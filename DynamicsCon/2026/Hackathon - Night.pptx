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71" r:id="rId8"/>
    <p:sldId id="270" r:id="rId9"/>
    <p:sldId id="269" r:id="rId10"/>
    <p:sldId id="268" r:id="rId11"/>
    <p:sldId id="267" r:id="rId12"/>
    <p:sldId id="272" r:id="rId13"/>
    <p:sldId id="273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1B1F0F-ACED-7B65-FCF9-DDA56FDF9E77}" name="Brianna Sierra" initials="BS" userId="S::brianna@dynamicsusergroup.com::d7a06c09-ac69-423d-9f7d-3be874f58a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25"/>
    <a:srgbClr val="57B535"/>
    <a:srgbClr val="B86010"/>
    <a:srgbClr val="E97A15"/>
    <a:srgbClr val="F1A966"/>
    <a:srgbClr val="D2A000"/>
    <a:srgbClr val="9C3C9A"/>
    <a:srgbClr val="F9ED4E"/>
    <a:srgbClr val="3B4598"/>
    <a:srgbClr val="42A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0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Chabot" userId="edf1aaf37886921c" providerId="LiveId" clId="{36E35DCF-1E38-456E-8DB6-7BEB4E5406AC}"/>
    <pc:docChg chg="custSel addSld modSld">
      <pc:chgData name="Marc Chabot" userId="edf1aaf37886921c" providerId="LiveId" clId="{36E35DCF-1E38-456E-8DB6-7BEB4E5406AC}" dt="2026-05-08T21:04:45.139" v="265" actId="20577"/>
      <pc:docMkLst>
        <pc:docMk/>
      </pc:docMkLst>
      <pc:sldChg chg="modSp mod">
        <pc:chgData name="Marc Chabot" userId="edf1aaf37886921c" providerId="LiveId" clId="{36E35DCF-1E38-456E-8DB6-7BEB4E5406AC}" dt="2026-05-07T00:29:36.128" v="14" actId="20577"/>
        <pc:sldMkLst>
          <pc:docMk/>
          <pc:sldMk cId="1658029219" sldId="257"/>
        </pc:sldMkLst>
        <pc:spChg chg="mod">
          <ac:chgData name="Marc Chabot" userId="edf1aaf37886921c" providerId="LiveId" clId="{36E35DCF-1E38-456E-8DB6-7BEB4E5406AC}" dt="2026-05-07T00:29:36.128" v="14" actId="20577"/>
          <ac:spMkLst>
            <pc:docMk/>
            <pc:sldMk cId="1658029219" sldId="257"/>
            <ac:spMk id="2" creationId="{97C90374-3867-A37A-E0C6-95B5230A60F0}"/>
          </ac:spMkLst>
        </pc:spChg>
      </pc:sldChg>
      <pc:sldChg chg="modSp mod">
        <pc:chgData name="Marc Chabot" userId="edf1aaf37886921c" providerId="LiveId" clId="{36E35DCF-1E38-456E-8DB6-7BEB4E5406AC}" dt="2026-05-07T00:34:19.580" v="132" actId="20577"/>
        <pc:sldMkLst>
          <pc:docMk/>
          <pc:sldMk cId="3304577747" sldId="258"/>
        </pc:sldMkLst>
        <pc:spChg chg="mod">
          <ac:chgData name="Marc Chabot" userId="edf1aaf37886921c" providerId="LiveId" clId="{36E35DCF-1E38-456E-8DB6-7BEB4E5406AC}" dt="2026-05-07T00:34:19.580" v="132" actId="20577"/>
          <ac:spMkLst>
            <pc:docMk/>
            <pc:sldMk cId="3304577747" sldId="258"/>
            <ac:spMk id="2" creationId="{88F08B8D-7C44-69C3-72CD-F98A57F405A7}"/>
          </ac:spMkLst>
        </pc:spChg>
        <pc:spChg chg="mod">
          <ac:chgData name="Marc Chabot" userId="edf1aaf37886921c" providerId="LiveId" clId="{36E35DCF-1E38-456E-8DB6-7BEB4E5406AC}" dt="2026-05-07T00:30:37.122" v="24" actId="27636"/>
          <ac:spMkLst>
            <pc:docMk/>
            <pc:sldMk cId="3304577747" sldId="258"/>
            <ac:spMk id="3" creationId="{93A70CD2-3388-90FF-17BD-5194E11FD4EE}"/>
          </ac:spMkLst>
        </pc:spChg>
      </pc:sldChg>
      <pc:sldChg chg="modSp add mod">
        <pc:chgData name="Marc Chabot" userId="edf1aaf37886921c" providerId="LiveId" clId="{36E35DCF-1E38-456E-8DB6-7BEB4E5406AC}" dt="2026-05-07T00:36:51.178" v="171" actId="20577"/>
        <pc:sldMkLst>
          <pc:docMk/>
          <pc:sldMk cId="997548121" sldId="267"/>
        </pc:sldMkLst>
        <pc:spChg chg="mod">
          <ac:chgData name="Marc Chabot" userId="edf1aaf37886921c" providerId="LiveId" clId="{36E35DCF-1E38-456E-8DB6-7BEB4E5406AC}" dt="2026-05-07T00:36:51.178" v="171" actId="20577"/>
          <ac:spMkLst>
            <pc:docMk/>
            <pc:sldMk cId="997548121" sldId="267"/>
            <ac:spMk id="2" creationId="{0A3E364C-8832-29D7-5BE9-E3961FAB4D3E}"/>
          </ac:spMkLst>
        </pc:spChg>
        <pc:spChg chg="mod">
          <ac:chgData name="Marc Chabot" userId="edf1aaf37886921c" providerId="LiveId" clId="{36E35DCF-1E38-456E-8DB6-7BEB4E5406AC}" dt="2026-05-07T00:31:26.334" v="44" actId="27636"/>
          <ac:spMkLst>
            <pc:docMk/>
            <pc:sldMk cId="997548121" sldId="267"/>
            <ac:spMk id="3" creationId="{983EAB85-FB2E-15A7-6279-9C9B40502855}"/>
          </ac:spMkLst>
        </pc:spChg>
      </pc:sldChg>
      <pc:sldChg chg="modSp add mod">
        <pc:chgData name="Marc Chabot" userId="edf1aaf37886921c" providerId="LiveId" clId="{36E35DCF-1E38-456E-8DB6-7BEB4E5406AC}" dt="2026-05-07T00:36:28.228" v="162" actId="20577"/>
        <pc:sldMkLst>
          <pc:docMk/>
          <pc:sldMk cId="1759308641" sldId="268"/>
        </pc:sldMkLst>
        <pc:spChg chg="mod">
          <ac:chgData name="Marc Chabot" userId="edf1aaf37886921c" providerId="LiveId" clId="{36E35DCF-1E38-456E-8DB6-7BEB4E5406AC}" dt="2026-05-07T00:36:28.228" v="162" actId="20577"/>
          <ac:spMkLst>
            <pc:docMk/>
            <pc:sldMk cId="1759308641" sldId="268"/>
            <ac:spMk id="2" creationId="{F63653D6-0EA8-966B-96C1-A38EC067480F}"/>
          </ac:spMkLst>
        </pc:spChg>
        <pc:spChg chg="mod">
          <ac:chgData name="Marc Chabot" userId="edf1aaf37886921c" providerId="LiveId" clId="{36E35DCF-1E38-456E-8DB6-7BEB4E5406AC}" dt="2026-05-07T00:31:16.869" v="40" actId="27636"/>
          <ac:spMkLst>
            <pc:docMk/>
            <pc:sldMk cId="1759308641" sldId="268"/>
            <ac:spMk id="3" creationId="{E170B856-7E0F-493C-38B4-36D4BC6070BD}"/>
          </ac:spMkLst>
        </pc:spChg>
      </pc:sldChg>
      <pc:sldChg chg="modSp add mod">
        <pc:chgData name="Marc Chabot" userId="edf1aaf37886921c" providerId="LiveId" clId="{36E35DCF-1E38-456E-8DB6-7BEB4E5406AC}" dt="2026-05-07T00:36:02.547" v="156" actId="20577"/>
        <pc:sldMkLst>
          <pc:docMk/>
          <pc:sldMk cId="2731270550" sldId="269"/>
        </pc:sldMkLst>
        <pc:spChg chg="mod">
          <ac:chgData name="Marc Chabot" userId="edf1aaf37886921c" providerId="LiveId" clId="{36E35DCF-1E38-456E-8DB6-7BEB4E5406AC}" dt="2026-05-07T00:36:02.547" v="156" actId="20577"/>
          <ac:spMkLst>
            <pc:docMk/>
            <pc:sldMk cId="2731270550" sldId="269"/>
            <ac:spMk id="2" creationId="{EDD541A0-6A3E-0080-3B9C-4AC60BC5F221}"/>
          </ac:spMkLst>
        </pc:spChg>
        <pc:spChg chg="mod">
          <ac:chgData name="Marc Chabot" userId="edf1aaf37886921c" providerId="LiveId" clId="{36E35DCF-1E38-456E-8DB6-7BEB4E5406AC}" dt="2026-05-07T00:31:05.939" v="36" actId="27636"/>
          <ac:spMkLst>
            <pc:docMk/>
            <pc:sldMk cId="2731270550" sldId="269"/>
            <ac:spMk id="3" creationId="{ECC0BCC0-8616-A950-AC22-8C0821173A73}"/>
          </ac:spMkLst>
        </pc:spChg>
      </pc:sldChg>
      <pc:sldChg chg="addSp modSp add mod">
        <pc:chgData name="Marc Chabot" userId="edf1aaf37886921c" providerId="LiveId" clId="{36E35DCF-1E38-456E-8DB6-7BEB4E5406AC}" dt="2026-05-07T00:38:18.564" v="219" actId="1076"/>
        <pc:sldMkLst>
          <pc:docMk/>
          <pc:sldMk cId="2731441136" sldId="270"/>
        </pc:sldMkLst>
        <pc:spChg chg="mod">
          <ac:chgData name="Marc Chabot" userId="edf1aaf37886921c" providerId="LiveId" clId="{36E35DCF-1E38-456E-8DB6-7BEB4E5406AC}" dt="2026-05-07T00:35:35.648" v="151" actId="255"/>
          <ac:spMkLst>
            <pc:docMk/>
            <pc:sldMk cId="2731441136" sldId="270"/>
            <ac:spMk id="2" creationId="{8D185A9E-7563-C419-7EDB-E2DE1AA6261E}"/>
          </ac:spMkLst>
        </pc:spChg>
        <pc:spChg chg="mod">
          <ac:chgData name="Marc Chabot" userId="edf1aaf37886921c" providerId="LiveId" clId="{36E35DCF-1E38-456E-8DB6-7BEB4E5406AC}" dt="2026-05-07T00:30:56.777" v="32" actId="27636"/>
          <ac:spMkLst>
            <pc:docMk/>
            <pc:sldMk cId="2731441136" sldId="270"/>
            <ac:spMk id="3" creationId="{90C5B120-3D79-1189-B131-EF16E7CB5D75}"/>
          </ac:spMkLst>
        </pc:spChg>
        <pc:picChg chg="add mod">
          <ac:chgData name="Marc Chabot" userId="edf1aaf37886921c" providerId="LiveId" clId="{36E35DCF-1E38-456E-8DB6-7BEB4E5406AC}" dt="2026-05-07T00:38:18.564" v="219" actId="1076"/>
          <ac:picMkLst>
            <pc:docMk/>
            <pc:sldMk cId="2731441136" sldId="270"/>
            <ac:picMk id="4" creationId="{9B64CC32-F423-3642-7709-5BFD44C81808}"/>
          </ac:picMkLst>
        </pc:picChg>
        <pc:picChg chg="add mod">
          <ac:chgData name="Marc Chabot" userId="edf1aaf37886921c" providerId="LiveId" clId="{36E35DCF-1E38-456E-8DB6-7BEB4E5406AC}" dt="2026-05-07T00:38:14.065" v="218" actId="1076"/>
          <ac:picMkLst>
            <pc:docMk/>
            <pc:sldMk cId="2731441136" sldId="270"/>
            <ac:picMk id="5" creationId="{9BCB4701-D49D-2CE9-322E-A8C9674BA77B}"/>
          </ac:picMkLst>
        </pc:picChg>
      </pc:sldChg>
      <pc:sldChg chg="modSp add mod">
        <pc:chgData name="Marc Chabot" userId="edf1aaf37886921c" providerId="LiveId" clId="{36E35DCF-1E38-456E-8DB6-7BEB4E5406AC}" dt="2026-05-07T00:35:12.911" v="149" actId="20577"/>
        <pc:sldMkLst>
          <pc:docMk/>
          <pc:sldMk cId="1109620147" sldId="271"/>
        </pc:sldMkLst>
        <pc:spChg chg="mod">
          <ac:chgData name="Marc Chabot" userId="edf1aaf37886921c" providerId="LiveId" clId="{36E35DCF-1E38-456E-8DB6-7BEB4E5406AC}" dt="2026-05-07T00:35:12.911" v="149" actId="20577"/>
          <ac:spMkLst>
            <pc:docMk/>
            <pc:sldMk cId="1109620147" sldId="271"/>
            <ac:spMk id="2" creationId="{4C409CC9-93DC-950D-16BB-CE2089F62DD0}"/>
          </ac:spMkLst>
        </pc:spChg>
        <pc:spChg chg="mod">
          <ac:chgData name="Marc Chabot" userId="edf1aaf37886921c" providerId="LiveId" clId="{36E35DCF-1E38-456E-8DB6-7BEB4E5406AC}" dt="2026-05-07T00:30:47.535" v="28" actId="27636"/>
          <ac:spMkLst>
            <pc:docMk/>
            <pc:sldMk cId="1109620147" sldId="271"/>
            <ac:spMk id="3" creationId="{EFC52AA2-2314-2E65-11CE-CE6D36A7EEE5}"/>
          </ac:spMkLst>
        </pc:spChg>
      </pc:sldChg>
      <pc:sldChg chg="addSp modSp add mod">
        <pc:chgData name="Marc Chabot" userId="edf1aaf37886921c" providerId="LiveId" clId="{36E35DCF-1E38-456E-8DB6-7BEB4E5406AC}" dt="2026-05-08T21:04:45.139" v="265" actId="20577"/>
        <pc:sldMkLst>
          <pc:docMk/>
          <pc:sldMk cId="8578646" sldId="272"/>
        </pc:sldMkLst>
        <pc:spChg chg="mod">
          <ac:chgData name="Marc Chabot" userId="edf1aaf37886921c" providerId="LiveId" clId="{36E35DCF-1E38-456E-8DB6-7BEB4E5406AC}" dt="2026-05-08T21:04:45.139" v="265" actId="20577"/>
          <ac:spMkLst>
            <pc:docMk/>
            <pc:sldMk cId="8578646" sldId="272"/>
            <ac:spMk id="2" creationId="{9304C479-7BB2-B168-ED14-43043B082599}"/>
          </ac:spMkLst>
        </pc:spChg>
        <pc:spChg chg="mod">
          <ac:chgData name="Marc Chabot" userId="edf1aaf37886921c" providerId="LiveId" clId="{36E35DCF-1E38-456E-8DB6-7BEB4E5406AC}" dt="2026-05-07T00:33:25.689" v="47"/>
          <ac:spMkLst>
            <pc:docMk/>
            <pc:sldMk cId="8578646" sldId="272"/>
            <ac:spMk id="3" creationId="{D93F2DBC-54BA-96A8-6ED5-4C8D63C5CBDE}"/>
          </ac:spMkLst>
        </pc:spChg>
        <pc:picChg chg="add mod">
          <ac:chgData name="Marc Chabot" userId="edf1aaf37886921c" providerId="LiveId" clId="{36E35DCF-1E38-456E-8DB6-7BEB4E5406AC}" dt="2026-05-08T21:04:25.798" v="223" actId="1076"/>
          <ac:picMkLst>
            <pc:docMk/>
            <pc:sldMk cId="8578646" sldId="272"/>
            <ac:picMk id="5" creationId="{7651AC51-DC66-A1CC-F84B-03D8945B6718}"/>
          </ac:picMkLst>
        </pc:picChg>
      </pc:sldChg>
      <pc:sldChg chg="modSp add mod">
        <pc:chgData name="Marc Chabot" userId="edf1aaf37886921c" providerId="LiveId" clId="{36E35DCF-1E38-456E-8DB6-7BEB4E5406AC}" dt="2026-05-07T00:37:54.437" v="216" actId="404"/>
        <pc:sldMkLst>
          <pc:docMk/>
          <pc:sldMk cId="3988173462" sldId="273"/>
        </pc:sldMkLst>
        <pc:spChg chg="mod">
          <ac:chgData name="Marc Chabot" userId="edf1aaf37886921c" providerId="LiveId" clId="{36E35DCF-1E38-456E-8DB6-7BEB4E5406AC}" dt="2026-05-07T00:37:54.437" v="216" actId="404"/>
          <ac:spMkLst>
            <pc:docMk/>
            <pc:sldMk cId="3988173462" sldId="273"/>
            <ac:spMk id="2" creationId="{AA561266-188C-2A30-D119-04B04968F240}"/>
          </ac:spMkLst>
        </pc:spChg>
        <pc:spChg chg="mod">
          <ac:chgData name="Marc Chabot" userId="edf1aaf37886921c" providerId="LiveId" clId="{36E35DCF-1E38-456E-8DB6-7BEB4E5406AC}" dt="2026-05-07T00:37:39.659" v="180" actId="20577"/>
          <ac:spMkLst>
            <pc:docMk/>
            <pc:sldMk cId="3988173462" sldId="273"/>
            <ac:spMk id="3" creationId="{C29FFC7D-DB29-3167-FEA4-1978C642232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5F4EAC28-FF01-D2CB-9200-3074FD385A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CC494A41-BB5A-93A8-C449-40075142E4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6349" y="298877"/>
            <a:ext cx="5899302" cy="5688613"/>
          </a:xfrm>
          <a:prstGeom prst="rect">
            <a:avLst/>
          </a:prstGeom>
        </p:spPr>
      </p:pic>
      <p:pic>
        <p:nvPicPr>
          <p:cNvPr id="9" name="Picture 8" descr="A colorful lines in a black background&#10;&#10;AI-generated content may be incorrect.">
            <a:extLst>
              <a:ext uri="{FF2B5EF4-FFF2-40B4-BE49-F238E27FC236}">
                <a16:creationId xmlns:a16="http://schemas.microsoft.com/office/drawing/2014/main" id="{8FB52488-3682-4C96-04CE-48749D2986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074741" cy="2122657"/>
          </a:xfrm>
          <a:prstGeom prst="rect">
            <a:avLst/>
          </a:prstGeom>
        </p:spPr>
      </p:pic>
      <p:pic>
        <p:nvPicPr>
          <p:cNvPr id="10" name="Picture 9" descr="A colorful lines in a black background&#10;&#10;AI-generated content may be incorrect.">
            <a:extLst>
              <a:ext uri="{FF2B5EF4-FFF2-40B4-BE49-F238E27FC236}">
                <a16:creationId xmlns:a16="http://schemas.microsoft.com/office/drawing/2014/main" id="{8857360B-5F1D-04FF-E13F-3D785AAB3C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117259" y="0"/>
            <a:ext cx="2074741" cy="2122657"/>
          </a:xfrm>
          <a:prstGeom prst="rect">
            <a:avLst/>
          </a:prstGeom>
        </p:spPr>
      </p:pic>
      <p:pic>
        <p:nvPicPr>
          <p:cNvPr id="12" name="Picture 1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773CDAA0-10AA-1EFE-EB70-E8C282F605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7665106" y="2315460"/>
            <a:ext cx="3692550" cy="5557528"/>
          </a:xfrm>
          <a:prstGeom prst="rect">
            <a:avLst/>
          </a:prstGeom>
        </p:spPr>
      </p:pic>
      <p:pic>
        <p:nvPicPr>
          <p:cNvPr id="13" name="Picture 12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5147C4A4-DA7E-B9AA-A6A1-5B87CA745DD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932489" y="2315460"/>
            <a:ext cx="3692550" cy="55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35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F25C09C2-252C-99CF-D4E9-7F8376B4E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30">
            <a:extLst>
              <a:ext uri="{FF2B5EF4-FFF2-40B4-BE49-F238E27FC236}">
                <a16:creationId xmlns:a16="http://schemas.microsoft.com/office/drawing/2014/main" id="{34E64832-2A5E-1A03-F2D8-77A19644A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8C36EB-5529-72B2-87F7-9801C49E140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6" name="Picture 5" descr="A black and green text&#10;&#10;AI-generated content may be incorrect.">
            <a:extLst>
              <a:ext uri="{FF2B5EF4-FFF2-40B4-BE49-F238E27FC236}">
                <a16:creationId xmlns:a16="http://schemas.microsoft.com/office/drawing/2014/main" id="{2B71B94E-5DB6-E6A6-19F6-66CFA28291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672" y="6044868"/>
            <a:ext cx="1258694" cy="685800"/>
          </a:xfrm>
          <a:prstGeom prst="rect">
            <a:avLst/>
          </a:prstGeom>
        </p:spPr>
      </p:pic>
      <p:pic>
        <p:nvPicPr>
          <p:cNvPr id="8" name="Picture 7" descr="A neon palm trees on a black background&#10;&#10;AI-generated content may be incorrect.">
            <a:extLst>
              <a:ext uri="{FF2B5EF4-FFF2-40B4-BE49-F238E27FC236}">
                <a16:creationId xmlns:a16="http://schemas.microsoft.com/office/drawing/2014/main" id="{660EAB63-C87F-5C49-92D3-21D245B820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2885" y="4326821"/>
            <a:ext cx="1834670" cy="29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1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517DC59-57B1-4150-68F9-9E75A04E12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27CAD4F-DA3D-21BB-5097-199A1DA27C8F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5D4767A-CB43-DDF1-3971-33914854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5" y="1357460"/>
            <a:ext cx="11381889" cy="440231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2706FC-B096-B52E-4615-7DC39DAD9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245DC2D4-2FBF-AFEC-D754-567BF0145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6B09311C-3EEE-265C-50F6-0AE8CFD432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216C1A8A-21A3-6BC9-B0CA-EBFABC8861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188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96C3DA8-1CC1-88D5-7955-D8ED6C16DD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837765-CF1E-C9F0-AA82-009CE8D83F85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D758C028-5EB7-2425-6974-4392BFCE83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605EC2-969D-A973-3895-6E5041FB40E6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BC5458-4486-FE70-DBF3-3F5730396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4316" y="1349603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01EA29B-6DEB-BEA0-914D-B70BED13D1F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50721" y="1347708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C77F62-97E3-8B8B-78D7-984544EAEF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15D83B3-C491-203F-2DB0-9329693271B6}"/>
              </a:ext>
            </a:extLst>
          </p:cNvPr>
          <p:cNvSpPr txBox="1">
            <a:spLocks/>
          </p:cNvSpPr>
          <p:nvPr userDrawn="1"/>
        </p:nvSpPr>
        <p:spPr>
          <a:xfrm>
            <a:off x="394316" y="367259"/>
            <a:ext cx="11381889" cy="880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1" name="Picture 10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F3221F95-BBB5-A601-83A4-6E27975DC5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3ABB2765-2116-E9A2-3BA1-54FD4EF604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B7697F88-A0BC-4C62-6DEF-74EC6130E3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123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D7898BE0-9729-0FB1-1BA8-2A9E9393A5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CE1917-2129-AD4E-B5E5-CCE43937E8EF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F462C1-2CFF-D0A0-6B38-AB8AFBAE6F5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7"/>
            <a:ext cx="11381889" cy="1796600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9B68249-C779-95E6-8347-096090E8A8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1106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B8F2154-FAB8-6148-B867-71F96F3773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06507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9CE01EE-CD15-510E-3DC0-54E3575F5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2" name="Picture 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73ED5F63-2C35-C7A0-69CC-F250111E2C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4E8BBA43-527B-4B15-F1BD-394EC4A0A5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C37661C9-BCF0-F603-932F-A6E1344E9F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020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06539EF-0D3B-B278-4111-7B2DCBDB25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2D3E31-3732-60F9-BCEB-3F8F1775D361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79F25E-A762-EF06-FD4B-C2B0FC692C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3D06AF-E740-17F1-FABD-186A5F24F6C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A4AA9F0-8950-9B11-B323-EB868A65E5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37983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9AD557-FD79-25E6-091F-823A037D903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3384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2" name="Picture 1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5D4A78A7-11DE-60EE-0EB2-F25AA7A73E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6E6BAA78-D7E6-4831-F9EF-9FE0333EC8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2BD7BAE9-9FB2-49A4-5887-FE29340F18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453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DE875AC1-2BB2-3146-8437-F7C64E8764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25CF05-0357-3489-4A18-06BD2CBD25A5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0A905-A4EE-CDDD-2A6B-C7475222E8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15BCC-F1D1-C2EF-6928-13D7487A979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6"/>
            <a:ext cx="11381889" cy="18060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EDDDE5A-0B5C-DE40-DB11-7ECFC3CB0C0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1358222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86D1CA3-81B6-D575-9ADA-66E89436E03C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1347708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5E11FC8-53E7-5FFB-404E-CC2FB9E2EB1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1356863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2D400600-5C21-A7DE-AAD8-DD8075AC23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9C9B00B9-D4E3-C116-272B-E2EE2C07F7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B6A5ED12-E55B-3F40-D639-683BF339DCD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5224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2CC54CD9-DE66-C0B7-50DC-0D7B6EE3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99DADF-3E8D-B5C6-CEEE-5D461B0124EF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8BFC4-4E31-2888-F812-62A2B962DF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F95820-6C20-4F94-DDD8-E825B362F33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7187696-4112-ED8D-1C60-7ADC2672CE5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3209036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33FA28F-BE9A-BE71-1D57-A205E28D420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3198522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75704D-EFE8-1909-BFE1-CAC28334142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3207677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25E4A0F1-7F81-002A-8AD7-31AC64964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1BDDAB6D-C7A1-36A0-FEC5-B8184D4080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E0906355-9B50-0A83-8825-78AB7FC273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662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Subtitle 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A1C50980-14D9-863B-1418-CD159FC15D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C165AB-4E55-4EEA-EA0B-775EAED50E73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0F513F-4F4E-BFBF-DE4B-21F592BBC76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56199" y="1347708"/>
            <a:ext cx="6036643" cy="4421495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B14CE42-4C50-3788-F472-3BF58358B15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94316" y="1347708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7433F95-E050-2FC7-892D-F468C8DB83D4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4316" y="3578624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40198F9-6632-99BA-A505-76ECD1470727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9206057" y="1347708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2610093-46F8-9D87-110A-7D7D72C3523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206057" y="3578624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F4D8FC9-8A7C-3F80-10EF-B41A612AC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6B9AD5CB-E6F9-7EE2-63DD-6A04033D9D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3A4D01E8-09A8-FBCB-A18C-59BAB227A3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CAD96E46-DB04-44C8-F1E8-8A6C8EEC56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108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rs in the sky with many colors&#10;&#10;AI-generated content may be incorrect.">
            <a:extLst>
              <a:ext uri="{FF2B5EF4-FFF2-40B4-BE49-F238E27FC236}">
                <a16:creationId xmlns:a16="http://schemas.microsoft.com/office/drawing/2014/main" id="{FFA492FD-5C7C-4D04-0DEE-67A2D7B38F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DFDF99-BF4E-F480-A094-3DD4CC94DEF9}"/>
              </a:ext>
            </a:extLst>
          </p:cNvPr>
          <p:cNvSpPr/>
          <p:nvPr userDrawn="1"/>
        </p:nvSpPr>
        <p:spPr>
          <a:xfrm>
            <a:off x="276295" y="266854"/>
            <a:ext cx="11613126" cy="630498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854EEB-977D-57C9-827F-0F27D4A454D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94316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A482B45-889F-5142-BC0F-D45E525DF0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0926" y="1352141"/>
            <a:ext cx="2570148" cy="2176720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7CDB073-0680-7F55-1F46-B744F046286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810926" y="3633699"/>
            <a:ext cx="2570148" cy="212607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25C6F3-1234-EE7F-022F-A09807F53B3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78697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90155F-2B43-0D59-44DE-6746CC87E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Picture 6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A7487284-A98A-A3AD-018C-5CEC354FB4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19651" y="3984120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neon sign with a black background&#10;&#10;AI-generated content may be incorrect.">
            <a:extLst>
              <a:ext uri="{FF2B5EF4-FFF2-40B4-BE49-F238E27FC236}">
                <a16:creationId xmlns:a16="http://schemas.microsoft.com/office/drawing/2014/main" id="{8093D8CD-812F-F985-25B9-4D82D17206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33919" y="4000032"/>
            <a:ext cx="2338429" cy="351948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89736CC2-CA9D-6AA7-1973-F2F88EB09F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8429" y="0"/>
            <a:ext cx="1217287" cy="117381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637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291840" y="266855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2943D-7B16-B6C5-5304-D5B0ED879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effectLst>
                  <a:glow rad="139700">
                    <a:srgbClr val="57B535">
                      <a:alpha val="32000"/>
                    </a:srgbClr>
                  </a:glow>
                </a:effectLst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11182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5B7E9-8EA7-88AC-CDDC-5E81BBB8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C6FC-51FE-80FC-BA42-121E4A268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28646-EEDB-4412-5DEC-0955445A6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F657A-ACF9-4E40-A2DA-3323CFDC064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4D493-2110-A893-929D-F273EB9DB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08D4F-B5C1-966A-1FDE-A22812AF2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DF7C2-04DF-C149-BAB4-89733FA27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8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3.png"/><Relationship Id="rId21" Type="http://schemas.openxmlformats.org/officeDocument/2006/relationships/image" Target="../media/image29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2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9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Relationship Id="rId1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33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90374-3867-A37A-E0C6-95B5230A6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 AI Hackathon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B8604-F70A-CDBA-977C-B7E5E663C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29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F08B8D-7C44-69C3-72CD-F98A57F40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4400" dirty="0"/>
              <a:t>Quick intro to the hackathon format</a:t>
            </a:r>
          </a:p>
          <a:p>
            <a:pPr lvl="0"/>
            <a:endParaRPr lang="en-US" sz="4400" dirty="0"/>
          </a:p>
          <a:p>
            <a:pPr lvl="0"/>
            <a:r>
              <a:rPr lang="en-US" sz="4400" dirty="0"/>
              <a:t>Theme reveal and challenge overview</a:t>
            </a:r>
          </a:p>
          <a:p>
            <a:pPr lvl="0"/>
            <a:endParaRPr lang="en-US" sz="4400" dirty="0"/>
          </a:p>
          <a:p>
            <a:pPr lvl="0"/>
            <a:r>
              <a:rPr lang="en-US" sz="4400" dirty="0"/>
              <a:t>Team formation and idea pitching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A70CD2-3388-90FF-17BD-5194E11F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8:00 PM – Kickoff + Welcome Briefing</a:t>
            </a:r>
          </a:p>
        </p:txBody>
      </p:sp>
    </p:spTree>
    <p:extLst>
      <p:ext uri="{BB962C8B-B14F-4D97-AF65-F5344CB8AC3E}">
        <p14:creationId xmlns:p14="http://schemas.microsoft.com/office/powerpoint/2010/main" val="3304577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28899-5866-8187-361C-F457C8AD8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409CC9-93DC-950D-16BB-CE2089F62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4400" dirty="0"/>
              <a:t>Teams dive into building</a:t>
            </a:r>
          </a:p>
          <a:p>
            <a:pPr lvl="0"/>
            <a:endParaRPr lang="en-US" sz="4400" dirty="0"/>
          </a:p>
          <a:p>
            <a:pPr lvl="0"/>
            <a:r>
              <a:rPr lang="en-US" sz="4400" dirty="0"/>
              <a:t>Mentors available for guidance</a:t>
            </a:r>
          </a:p>
          <a:p>
            <a:pPr lvl="0"/>
            <a:endParaRPr lang="en-US" sz="4400" dirty="0"/>
          </a:p>
          <a:p>
            <a:pPr lvl="0"/>
            <a:r>
              <a:rPr lang="en-US" sz="4400" dirty="0"/>
              <a:t>Optional breakout: “What can AI do in BC?”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C52AA2-2314-2E65-11CE-CE6D36A7E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8:30 PM – Hacking Begins</a:t>
            </a:r>
          </a:p>
        </p:txBody>
      </p:sp>
    </p:spTree>
    <p:extLst>
      <p:ext uri="{BB962C8B-B14F-4D97-AF65-F5344CB8AC3E}">
        <p14:creationId xmlns:p14="http://schemas.microsoft.com/office/powerpoint/2010/main" val="110962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D1102-5D06-924E-7E56-FB8110D6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185A9E-7563-C419-7EDB-E2DE1AA62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/>
              <a:t>Snacks, drinks, and social recharge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C5B120-3D79-1189-B131-EF16E7CB5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9:30 PM – Fuel Up Break</a:t>
            </a:r>
          </a:p>
        </p:txBody>
      </p:sp>
      <p:pic>
        <p:nvPicPr>
          <p:cNvPr id="4" name="Picture 3" descr="A blue and yellow casino chip&#10;&#10;AI-generated content may be incorrect.">
            <a:extLst>
              <a:ext uri="{FF2B5EF4-FFF2-40B4-BE49-F238E27FC236}">
                <a16:creationId xmlns:a16="http://schemas.microsoft.com/office/drawing/2014/main" id="{9B64CC32-F423-3642-7709-5BFD44C818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201" y="4264484"/>
            <a:ext cx="1826057" cy="1828800"/>
          </a:xfrm>
          <a:prstGeom prst="rect">
            <a:avLst/>
          </a:prstGeom>
        </p:spPr>
      </p:pic>
      <p:pic>
        <p:nvPicPr>
          <p:cNvPr id="5" name="Picture 4" descr="A blue and yellow neon chip&#10;&#10;AI-generated content may be incorrect.">
            <a:extLst>
              <a:ext uri="{FF2B5EF4-FFF2-40B4-BE49-F238E27FC236}">
                <a16:creationId xmlns:a16="http://schemas.microsoft.com/office/drawing/2014/main" id="{9BCB4701-D49D-2CE9-322E-A8C9674BA7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73" y="3263964"/>
            <a:ext cx="1826057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4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BFE1-D54A-A9F0-F463-F07D3185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D541A0-6A3E-0080-3B9C-4AC60BC5F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4400" dirty="0"/>
              <a:t>Optional team stand-ups</a:t>
            </a:r>
          </a:p>
          <a:p>
            <a:pPr lvl="0"/>
            <a:endParaRPr lang="en-US" sz="4400" dirty="0"/>
          </a:p>
          <a:p>
            <a:pPr lvl="0"/>
            <a:r>
              <a:rPr lang="en-US" sz="4400" dirty="0"/>
              <a:t>Quick progress share-outs</a:t>
            </a:r>
          </a:p>
          <a:p>
            <a:pPr lvl="0"/>
            <a:endParaRPr lang="en-US" sz="4400" dirty="0"/>
          </a:p>
          <a:p>
            <a:pPr lvl="0"/>
            <a:r>
              <a:rPr lang="en-US" sz="4400" dirty="0"/>
              <a:t>Troubleshooting and idea swaps</a:t>
            </a:r>
          </a:p>
          <a:p>
            <a:endParaRPr lang="en-US" sz="4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C0BCC0-8616-A950-AC22-8C082117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10:00 PM – Midpoint Check-In</a:t>
            </a:r>
          </a:p>
        </p:txBody>
      </p:sp>
    </p:spTree>
    <p:extLst>
      <p:ext uri="{BB962C8B-B14F-4D97-AF65-F5344CB8AC3E}">
        <p14:creationId xmlns:p14="http://schemas.microsoft.com/office/powerpoint/2010/main" val="2731270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586D-6751-D91A-3963-EB89F348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3653D6-0EA8-966B-96C1-A38EC0674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4400" dirty="0"/>
              <a:t>Polish, test, and prep for demos</a:t>
            </a:r>
          </a:p>
          <a:p>
            <a:pPr lvl="0"/>
            <a:endParaRPr lang="en-US" sz="4400" dirty="0"/>
          </a:p>
          <a:p>
            <a:pPr lvl="0"/>
            <a:r>
              <a:rPr lang="en-US" sz="4400" dirty="0"/>
              <a:t>Mentors help with storytelling and presentation tips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70B856-7E0F-493C-38B4-36D4BC60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11:30 PM – Final Sprint</a:t>
            </a:r>
          </a:p>
        </p:txBody>
      </p:sp>
    </p:spTree>
    <p:extLst>
      <p:ext uri="{BB962C8B-B14F-4D97-AF65-F5344CB8AC3E}">
        <p14:creationId xmlns:p14="http://schemas.microsoft.com/office/powerpoint/2010/main" val="1759308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7A9C2-10C5-0B78-7A1A-83750BCB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3E364C-8832-29D7-5BE9-E3961FAB4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4400" dirty="0"/>
              <a:t>Each team presents their creation</a:t>
            </a:r>
            <a:br>
              <a:rPr lang="en-US" sz="4400" dirty="0"/>
            </a:br>
            <a:r>
              <a:rPr lang="en-US" sz="4400" dirty="0"/>
              <a:t>(2–3 min each)</a:t>
            </a:r>
          </a:p>
          <a:p>
            <a:pPr lvl="0"/>
            <a:endParaRPr lang="en-US" sz="4400" dirty="0"/>
          </a:p>
          <a:p>
            <a:pPr lvl="0"/>
            <a:r>
              <a:rPr lang="en-US" sz="4400" dirty="0"/>
              <a:t>Applause, shoutouts, and fun awards</a:t>
            </a:r>
          </a:p>
          <a:p>
            <a:pPr lvl="0"/>
            <a:endParaRPr lang="en-US" sz="4400" dirty="0"/>
          </a:p>
          <a:p>
            <a:pPr lvl="0"/>
            <a:r>
              <a:rPr lang="en-US" sz="4400" dirty="0"/>
              <a:t>Group photo and wrap-up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3EAB85-FB2E-15A7-6279-9C9B4050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12:30 AM – Demos + Celebration</a:t>
            </a:r>
          </a:p>
        </p:txBody>
      </p:sp>
    </p:spTree>
    <p:extLst>
      <p:ext uri="{BB962C8B-B14F-4D97-AF65-F5344CB8AC3E}">
        <p14:creationId xmlns:p14="http://schemas.microsoft.com/office/powerpoint/2010/main" val="99754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D341-D421-287C-6AF5-D7E01853C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04C479-7BB2-B168-ED14-43043B082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4400" dirty="0"/>
              <a:t>No pressure to stay, but vibes welcome</a:t>
            </a:r>
          </a:p>
          <a:p>
            <a:pPr lvl="0"/>
            <a:r>
              <a:rPr lang="en-US" sz="4400" dirty="0"/>
              <a:t>Share links, connect, and wind down</a:t>
            </a:r>
          </a:p>
          <a:p>
            <a:pPr lvl="0"/>
            <a:r>
              <a:rPr lang="en-US" sz="4400"/>
              <a:t>Upload Pitch &amp; Demo Video</a:t>
            </a:r>
            <a:endParaRPr lang="en-US" sz="44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3F2DBC-54BA-96A8-6ED5-4C8D63C5C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1:00 AM – Close + Chill Hangout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1AC51-DC66-A1CC-F84B-03D8945B6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581" y="3576203"/>
            <a:ext cx="2653812" cy="265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80964-3BEA-4FDE-09F0-14F0E87CF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561266-188C-2A30-D119-04B04968F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Afternoon Announcement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9FFC7D-DB29-3167-FEA4-1978C642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Thursday: Winners Announced</a:t>
            </a:r>
          </a:p>
        </p:txBody>
      </p:sp>
    </p:spTree>
    <p:extLst>
      <p:ext uri="{BB962C8B-B14F-4D97-AF65-F5344CB8AC3E}">
        <p14:creationId xmlns:p14="http://schemas.microsoft.com/office/powerpoint/2010/main" val="3988173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0D7F54-D254-7A99-AB99-04CDC5D18BA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55D89-DEE3-64F9-79F2-07FA2C0809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FCDF5-7B1D-F26B-FD4A-86BE1581EF14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8F5664-0D07-F868-D3FE-5D940845A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6" y="367259"/>
            <a:ext cx="11381889" cy="8800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2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08127-FCB5-64FB-51EF-3FC19F52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55CC0-E04F-8507-35D3-72EDC768B25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1F375-71FD-5F7B-D6CB-C897CC1367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C84663-04DB-2472-E891-9262B3664320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4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AA52E-81BE-5386-BAC6-5A64CB8B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5FA9B-B934-7252-CC84-4CAE2E75727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7F2DA-FAA7-0EE8-DF67-4135C5A69397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BA783C-3D32-A26F-C0C1-B84F14AC24E4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74CD18-CCE2-16C2-B64E-F1CEB677893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04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3F10-E97B-C330-8583-453236BC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D9C17-0BA7-81F5-D182-C68D4AEEF75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28F41-36FA-21FC-6915-7F362AE3C8EB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960289-50C3-8B8D-AC16-2FACF42DA95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84F64-3E77-4170-F0C3-5349CAD65B9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43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89E1A6-2161-CDB9-67AF-B173EB5769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AD198-138F-F2D1-65DF-60E8CEB78A1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154AC-BE07-C380-2DA4-DC1B0A92A63B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7B38CC-2D38-1C1A-8863-DC8B60CE5C7A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FB87C6-1A43-C4A3-3CE2-D683B0E5171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E9F81E7-A7D5-0364-F8DA-CD632AB8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10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86ECC-5DD8-9203-5DCE-759CDADD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NEON ASSETS</a:t>
            </a:r>
          </a:p>
        </p:txBody>
      </p:sp>
      <p:pic>
        <p:nvPicPr>
          <p:cNvPr id="4" name="Picture 3" descr="A neon sign with letters and numbers&#10;&#10;AI-generated content may be incorrect.">
            <a:extLst>
              <a:ext uri="{FF2B5EF4-FFF2-40B4-BE49-F238E27FC236}">
                <a16:creationId xmlns:a16="http://schemas.microsoft.com/office/drawing/2014/main" id="{7B496974-9304-DEFF-BDE2-F297CC9442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68" y="1247303"/>
            <a:ext cx="1826057" cy="1828800"/>
          </a:xfrm>
          <a:prstGeom prst="rect">
            <a:avLst/>
          </a:prstGeom>
        </p:spPr>
      </p:pic>
      <p:pic>
        <p:nvPicPr>
          <p:cNvPr id="6" name="Picture 5" descr="A neon sign with text&#10;&#10;AI-generated content may be incorrect.">
            <a:extLst>
              <a:ext uri="{FF2B5EF4-FFF2-40B4-BE49-F238E27FC236}">
                <a16:creationId xmlns:a16="http://schemas.microsoft.com/office/drawing/2014/main" id="{D78AA33D-E7C8-533E-CCF0-E1C0CA0F78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625" y="1247303"/>
            <a:ext cx="1826057" cy="1828800"/>
          </a:xfrm>
          <a:prstGeom prst="rect">
            <a:avLst/>
          </a:prstGeom>
        </p:spPr>
      </p:pic>
      <p:pic>
        <p:nvPicPr>
          <p:cNvPr id="8" name="Picture 7" descr="A neon sign with a symbol on a blue and purple chip&#10;&#10;AI-generated content may be incorrect.">
            <a:extLst>
              <a:ext uri="{FF2B5EF4-FFF2-40B4-BE49-F238E27FC236}">
                <a16:creationId xmlns:a16="http://schemas.microsoft.com/office/drawing/2014/main" id="{B15596AC-A195-FA73-607D-8411809072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682" y="1247303"/>
            <a:ext cx="1826057" cy="1828800"/>
          </a:xfrm>
          <a:prstGeom prst="rect">
            <a:avLst/>
          </a:prstGeom>
        </p:spPr>
      </p:pic>
      <p:pic>
        <p:nvPicPr>
          <p:cNvPr id="10" name="Picture 9" descr="A blue and yellow casino chip&#10;&#10;AI-generated content may be incorrect.">
            <a:extLst>
              <a:ext uri="{FF2B5EF4-FFF2-40B4-BE49-F238E27FC236}">
                <a16:creationId xmlns:a16="http://schemas.microsoft.com/office/drawing/2014/main" id="{AD8A7249-432D-BEDB-B3D4-D61AB5BAE5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822" y="2833141"/>
            <a:ext cx="1826057" cy="1828800"/>
          </a:xfrm>
          <a:prstGeom prst="rect">
            <a:avLst/>
          </a:prstGeom>
        </p:spPr>
      </p:pic>
      <p:pic>
        <p:nvPicPr>
          <p:cNvPr id="12" name="Picture 11" descr="A card with a neon light&#10;&#10;AI-generated content may be incorrect.">
            <a:extLst>
              <a:ext uri="{FF2B5EF4-FFF2-40B4-BE49-F238E27FC236}">
                <a16:creationId xmlns:a16="http://schemas.microsoft.com/office/drawing/2014/main" id="{DDE7CB87-65E8-0595-A169-B062617F90D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68" y="4661941"/>
            <a:ext cx="1244956" cy="1828800"/>
          </a:xfrm>
          <a:prstGeom prst="rect">
            <a:avLst/>
          </a:prstGeom>
        </p:spPr>
      </p:pic>
      <p:pic>
        <p:nvPicPr>
          <p:cNvPr id="14" name="Picture 13" descr="A green casino chip with neon lights&#10;&#10;AI-generated content may be incorrect.">
            <a:extLst>
              <a:ext uri="{FF2B5EF4-FFF2-40B4-BE49-F238E27FC236}">
                <a16:creationId xmlns:a16="http://schemas.microsoft.com/office/drawing/2014/main" id="{9BD55E43-5DBA-F79F-2FAF-058AD4C7F3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739" y="1247303"/>
            <a:ext cx="1826057" cy="1828800"/>
          </a:xfrm>
          <a:prstGeom prst="rect">
            <a:avLst/>
          </a:prstGeom>
        </p:spPr>
      </p:pic>
      <p:pic>
        <p:nvPicPr>
          <p:cNvPr id="16" name="Picture 15" descr="A neon sign with a logo&#10;&#10;AI-generated content may be incorrect.">
            <a:extLst>
              <a:ext uri="{FF2B5EF4-FFF2-40B4-BE49-F238E27FC236}">
                <a16:creationId xmlns:a16="http://schemas.microsoft.com/office/drawing/2014/main" id="{7516C53D-7B29-CD24-485A-71E3760C0E6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879" y="2833141"/>
            <a:ext cx="1825142" cy="1828800"/>
          </a:xfrm>
          <a:prstGeom prst="rect">
            <a:avLst/>
          </a:prstGeom>
        </p:spPr>
      </p:pic>
      <p:pic>
        <p:nvPicPr>
          <p:cNvPr id="18" name="Picture 17" descr="A blue and yellow neon chip&#10;&#10;AI-generated content may be incorrect.">
            <a:extLst>
              <a:ext uri="{FF2B5EF4-FFF2-40B4-BE49-F238E27FC236}">
                <a16:creationId xmlns:a16="http://schemas.microsoft.com/office/drawing/2014/main" id="{48C4E543-474D-E2D3-8692-F2954DF8BA5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681" y="2833141"/>
            <a:ext cx="1826057" cy="1828800"/>
          </a:xfrm>
          <a:prstGeom prst="rect">
            <a:avLst/>
          </a:prstGeom>
        </p:spPr>
      </p:pic>
      <p:pic>
        <p:nvPicPr>
          <p:cNvPr id="20" name="Picture 19" descr="A card with a diamond in it&#10;&#10;AI-generated content may be incorrect.">
            <a:extLst>
              <a:ext uri="{FF2B5EF4-FFF2-40B4-BE49-F238E27FC236}">
                <a16:creationId xmlns:a16="http://schemas.microsoft.com/office/drawing/2014/main" id="{3806C3AD-A72A-4B4E-BAB6-E826EDEC9EE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98" y="4661941"/>
            <a:ext cx="1244498" cy="1828800"/>
          </a:xfrm>
          <a:prstGeom prst="rect">
            <a:avLst/>
          </a:prstGeom>
        </p:spPr>
      </p:pic>
      <p:pic>
        <p:nvPicPr>
          <p:cNvPr id="22" name="Picture 21" descr="A pink heart on a black background&#10;&#10;AI-generated content may be incorrect.">
            <a:extLst>
              <a:ext uri="{FF2B5EF4-FFF2-40B4-BE49-F238E27FC236}">
                <a16:creationId xmlns:a16="http://schemas.microsoft.com/office/drawing/2014/main" id="{C61E045A-2CBD-0D71-F109-5C5E3C1FF07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296" y="4646262"/>
            <a:ext cx="1244956" cy="1828800"/>
          </a:xfrm>
          <a:prstGeom prst="rect">
            <a:avLst/>
          </a:prstGeom>
        </p:spPr>
      </p:pic>
      <p:pic>
        <p:nvPicPr>
          <p:cNvPr id="24" name="Picture 23" descr="A card with a neon light&#10;&#10;AI-generated content may be incorrect.">
            <a:extLst>
              <a:ext uri="{FF2B5EF4-FFF2-40B4-BE49-F238E27FC236}">
                <a16:creationId xmlns:a16="http://schemas.microsoft.com/office/drawing/2014/main" id="{8355A814-EA36-6519-3181-3F7A990A127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794" y="4646262"/>
            <a:ext cx="1244956" cy="1828800"/>
          </a:xfrm>
          <a:prstGeom prst="rect">
            <a:avLst/>
          </a:prstGeom>
        </p:spPr>
      </p:pic>
      <p:pic>
        <p:nvPicPr>
          <p:cNvPr id="26" name="Picture 25" descr="A group of playing cards with neon lights&#10;&#10;AI-generated content may be incorrect.">
            <a:extLst>
              <a:ext uri="{FF2B5EF4-FFF2-40B4-BE49-F238E27FC236}">
                <a16:creationId xmlns:a16="http://schemas.microsoft.com/office/drawing/2014/main" id="{AF99459D-F61D-5FFA-8878-787CFA7A134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421" y="4779791"/>
            <a:ext cx="2743200" cy="1561742"/>
          </a:xfrm>
          <a:prstGeom prst="rect">
            <a:avLst/>
          </a:prstGeom>
        </p:spPr>
      </p:pic>
      <p:pic>
        <p:nvPicPr>
          <p:cNvPr id="28" name="Picture 27" descr="A neon palm trees on a black background&#10;&#10;AI-generated content may be incorrect.">
            <a:extLst>
              <a:ext uri="{FF2B5EF4-FFF2-40B4-BE49-F238E27FC236}">
                <a16:creationId xmlns:a16="http://schemas.microsoft.com/office/drawing/2014/main" id="{E607E149-43FB-7F2D-430B-1615C85E9E9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301" y="3751465"/>
            <a:ext cx="1717929" cy="2743200"/>
          </a:xfrm>
          <a:prstGeom prst="rect">
            <a:avLst/>
          </a:prstGeom>
        </p:spPr>
      </p:pic>
      <p:pic>
        <p:nvPicPr>
          <p:cNvPr id="30" name="Picture 29" descr="A palm tree with neon lights&#10;&#10;AI-generated content may be incorrect.">
            <a:extLst>
              <a:ext uri="{FF2B5EF4-FFF2-40B4-BE49-F238E27FC236}">
                <a16:creationId xmlns:a16="http://schemas.microsoft.com/office/drawing/2014/main" id="{2E50B474-CE19-7409-3D0D-49C744E62DC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515" y="3751465"/>
            <a:ext cx="1668552" cy="2743200"/>
          </a:xfrm>
          <a:prstGeom prst="rect">
            <a:avLst/>
          </a:prstGeom>
        </p:spPr>
      </p:pic>
      <p:pic>
        <p:nvPicPr>
          <p:cNvPr id="32" name="Picture 31" descr="A dice with blue lights&#10;&#10;AI-generated content may be incorrect.">
            <a:extLst>
              <a:ext uri="{FF2B5EF4-FFF2-40B4-BE49-F238E27FC236}">
                <a16:creationId xmlns:a16="http://schemas.microsoft.com/office/drawing/2014/main" id="{FA765DBE-C4E7-3B6D-F994-733DBA6E52A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908" y="246768"/>
            <a:ext cx="1439495" cy="1371600"/>
          </a:xfrm>
          <a:prstGeom prst="rect">
            <a:avLst/>
          </a:prstGeom>
        </p:spPr>
      </p:pic>
      <p:pic>
        <p:nvPicPr>
          <p:cNvPr id="34" name="Picture 33" descr="A neon green neon dice&#10;&#10;AI-generated content may be incorrect.">
            <a:extLst>
              <a:ext uri="{FF2B5EF4-FFF2-40B4-BE49-F238E27FC236}">
                <a16:creationId xmlns:a16="http://schemas.microsoft.com/office/drawing/2014/main" id="{E814F6AB-1DC7-5641-B170-330798646BFB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366" y="246768"/>
            <a:ext cx="1437437" cy="1371600"/>
          </a:xfrm>
          <a:prstGeom prst="rect">
            <a:avLst/>
          </a:prstGeom>
        </p:spPr>
      </p:pic>
      <p:pic>
        <p:nvPicPr>
          <p:cNvPr id="36" name="Picture 35" descr="A dice with blue lights&#10;&#10;AI-generated content may be incorrect.">
            <a:extLst>
              <a:ext uri="{FF2B5EF4-FFF2-40B4-BE49-F238E27FC236}">
                <a16:creationId xmlns:a16="http://schemas.microsoft.com/office/drawing/2014/main" id="{E359BBB0-AE5D-5A1E-BF87-0920A420269A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762" y="246768"/>
            <a:ext cx="1267015" cy="1371600"/>
          </a:xfrm>
          <a:prstGeom prst="rect">
            <a:avLst/>
          </a:prstGeom>
        </p:spPr>
      </p:pic>
      <p:pic>
        <p:nvPicPr>
          <p:cNvPr id="38" name="Picture 37" descr="A neon pink dice with black background&#10;&#10;AI-generated content may be incorrect.">
            <a:extLst>
              <a:ext uri="{FF2B5EF4-FFF2-40B4-BE49-F238E27FC236}">
                <a16:creationId xmlns:a16="http://schemas.microsoft.com/office/drawing/2014/main" id="{48AE03E4-FA17-7668-43FC-30AAA2A24DC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623" y="1258437"/>
            <a:ext cx="1254329" cy="1371600"/>
          </a:xfrm>
          <a:prstGeom prst="rect">
            <a:avLst/>
          </a:prstGeom>
        </p:spPr>
      </p:pic>
      <p:pic>
        <p:nvPicPr>
          <p:cNvPr id="40" name="Picture 39" descr="A neon light with a dice&#10;&#10;AI-generated content may be incorrect.">
            <a:extLst>
              <a:ext uri="{FF2B5EF4-FFF2-40B4-BE49-F238E27FC236}">
                <a16:creationId xmlns:a16="http://schemas.microsoft.com/office/drawing/2014/main" id="{D291B564-0EB7-DFDB-5D43-03FB32ABAA5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284" y="1368196"/>
            <a:ext cx="1255014" cy="1371600"/>
          </a:xfrm>
          <a:prstGeom prst="rect">
            <a:avLst/>
          </a:prstGeom>
        </p:spPr>
      </p:pic>
      <p:pic>
        <p:nvPicPr>
          <p:cNvPr id="42" name="Picture 41" descr="A neon dice with black background&#10;&#10;AI-generated content may be incorrect.">
            <a:extLst>
              <a:ext uri="{FF2B5EF4-FFF2-40B4-BE49-F238E27FC236}">
                <a16:creationId xmlns:a16="http://schemas.microsoft.com/office/drawing/2014/main" id="{14717415-9F3F-F37E-C705-298E44F37CBA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158" y="2450072"/>
            <a:ext cx="1408633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96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75DE-FB7E-41F9-585D-F182909B2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3782-6A4C-14F0-006C-E2DCA9D04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NEON ASSETS</a:t>
            </a:r>
          </a:p>
        </p:txBody>
      </p:sp>
      <p:pic>
        <p:nvPicPr>
          <p:cNvPr id="5" name="Picture 4" descr="A black and green text&#10;&#10;AI-generated content may be incorrect.">
            <a:extLst>
              <a:ext uri="{FF2B5EF4-FFF2-40B4-BE49-F238E27FC236}">
                <a16:creationId xmlns:a16="http://schemas.microsoft.com/office/drawing/2014/main" id="{6DBEF4D0-A962-76BC-042B-A249F20672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69" y="1247303"/>
            <a:ext cx="2743200" cy="1494634"/>
          </a:xfrm>
          <a:prstGeom prst="rect">
            <a:avLst/>
          </a:prstGeom>
        </p:spPr>
      </p:pic>
      <p:pic>
        <p:nvPicPr>
          <p:cNvPr id="9" name="Picture 8" descr="Neon lights on a black background&#10;&#10;AI-generated content may be incorrect.">
            <a:extLst>
              <a:ext uri="{FF2B5EF4-FFF2-40B4-BE49-F238E27FC236}">
                <a16:creationId xmlns:a16="http://schemas.microsoft.com/office/drawing/2014/main" id="{28E74D2E-0C68-8E72-EB24-F46A4DE3D5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03" y="2741937"/>
            <a:ext cx="2842641" cy="2743200"/>
          </a:xfrm>
          <a:prstGeom prst="rect">
            <a:avLst/>
          </a:prstGeom>
        </p:spPr>
      </p:pic>
      <p:pic>
        <p:nvPicPr>
          <p:cNvPr id="13" name="Picture 12" descr="A colorful lines in a shape of a star&#10;&#10;AI-generated content may be incorrect.">
            <a:extLst>
              <a:ext uri="{FF2B5EF4-FFF2-40B4-BE49-F238E27FC236}">
                <a16:creationId xmlns:a16="http://schemas.microsoft.com/office/drawing/2014/main" id="{F67D8F2D-5AE8-86B2-6750-53FF17716F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644" y="1523819"/>
            <a:ext cx="2842641" cy="2743200"/>
          </a:xfrm>
          <a:prstGeom prst="rect">
            <a:avLst/>
          </a:prstGeom>
        </p:spPr>
      </p:pic>
      <p:pic>
        <p:nvPicPr>
          <p:cNvPr id="17" name="Picture 16" descr="A group of neon lights&#10;&#10;AI-generated content may be incorrect.">
            <a:extLst>
              <a:ext uri="{FF2B5EF4-FFF2-40B4-BE49-F238E27FC236}">
                <a16:creationId xmlns:a16="http://schemas.microsoft.com/office/drawing/2014/main" id="{CE708812-33C5-A8E4-D7B1-1B7CAE6399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644" y="4705597"/>
            <a:ext cx="2743200" cy="1559079"/>
          </a:xfrm>
          <a:prstGeom prst="rect">
            <a:avLst/>
          </a:prstGeom>
        </p:spPr>
      </p:pic>
      <p:pic>
        <p:nvPicPr>
          <p:cNvPr id="21" name="Picture 20" descr="A neon light on a black background&#10;&#10;AI-generated content may be incorrect.">
            <a:extLst>
              <a:ext uri="{FF2B5EF4-FFF2-40B4-BE49-F238E27FC236}">
                <a16:creationId xmlns:a16="http://schemas.microsoft.com/office/drawing/2014/main" id="{A42C03F1-70BA-251E-DAEC-438C854FD7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07" y="609419"/>
            <a:ext cx="1518167" cy="2286000"/>
          </a:xfrm>
          <a:prstGeom prst="rect">
            <a:avLst/>
          </a:prstGeom>
        </p:spPr>
      </p:pic>
      <p:pic>
        <p:nvPicPr>
          <p:cNvPr id="25" name="Picture 24" descr="A neon light on a black background&#10;&#10;AI-generated content may be incorrect.">
            <a:extLst>
              <a:ext uri="{FF2B5EF4-FFF2-40B4-BE49-F238E27FC236}">
                <a16:creationId xmlns:a16="http://schemas.microsoft.com/office/drawing/2014/main" id="{30BE8CB0-21C2-8AF5-E6BD-0FD8CA0B9AE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206" y="609419"/>
            <a:ext cx="1518657" cy="2286000"/>
          </a:xfrm>
          <a:prstGeom prst="rect">
            <a:avLst/>
          </a:prstGeom>
        </p:spPr>
      </p:pic>
      <p:pic>
        <p:nvPicPr>
          <p:cNvPr id="29" name="Picture 28" descr="A colorful lines in a black background&#10;&#10;AI-generated content may be incorrect.">
            <a:extLst>
              <a:ext uri="{FF2B5EF4-FFF2-40B4-BE49-F238E27FC236}">
                <a16:creationId xmlns:a16="http://schemas.microsoft.com/office/drawing/2014/main" id="{19DF67D8-3824-BBF5-52D6-6DD1F1CAA37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07" y="3124019"/>
            <a:ext cx="2238433" cy="2286000"/>
          </a:xfrm>
          <a:prstGeom prst="rect">
            <a:avLst/>
          </a:prstGeom>
        </p:spPr>
      </p:pic>
      <p:pic>
        <p:nvPicPr>
          <p:cNvPr id="33" name="Picture 32" descr="A colorful lines in a black background&#10;&#10;AI-generated content may be incorrect.">
            <a:extLst>
              <a:ext uri="{FF2B5EF4-FFF2-40B4-BE49-F238E27FC236}">
                <a16:creationId xmlns:a16="http://schemas.microsoft.com/office/drawing/2014/main" id="{582A92BA-96C9-1C4E-9D96-E63E4FE7AEE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206" y="3124019"/>
            <a:ext cx="2238433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50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8ec24c-f428-4057-9a36-4cb948a7b407">
      <Terms xmlns="http://schemas.microsoft.com/office/infopath/2007/PartnerControls"/>
    </lcf76f155ced4ddcb4097134ff3c332f>
    <TaxCatchAll xmlns="6fe25bdf-ae0e-48a7-b6e5-bc8a1849b98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EFDC198DA1424AA2DE7340ED8C291E" ma:contentTypeVersion="20" ma:contentTypeDescription="Create a new document." ma:contentTypeScope="" ma:versionID="e17e278717a8b3a9d1b0341905e9f118">
  <xsd:schema xmlns:xsd="http://www.w3.org/2001/XMLSchema" xmlns:xs="http://www.w3.org/2001/XMLSchema" xmlns:p="http://schemas.microsoft.com/office/2006/metadata/properties" xmlns:ns2="6fe25bdf-ae0e-48a7-b6e5-bc8a1849b98e" xmlns:ns3="518ec24c-f428-4057-9a36-4cb948a7b407" targetNamespace="http://schemas.microsoft.com/office/2006/metadata/properties" ma:root="true" ma:fieldsID="64d06730524467017972f768cafcd2f5" ns2:_="" ns3:_="">
    <xsd:import namespace="6fe25bdf-ae0e-48a7-b6e5-bc8a1849b98e"/>
    <xsd:import namespace="518ec24c-f428-4057-9a36-4cb948a7b40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25bdf-ae0e-48a7-b6e5-bc8a1849b98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4419aa8-21d6-4bea-8eac-28a8efdd9d04}" ma:internalName="TaxCatchAll" ma:showField="CatchAllData" ma:web="6fe25bdf-ae0e-48a7-b6e5-bc8a1849b9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8ec24c-f428-4057-9a36-4cb948a7b4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37c3b37-2320-48ce-b319-ec387555f3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7B75BE-6E85-4BC9-B65E-BA5D0420B3C8}">
  <ds:schemaRefs>
    <ds:schemaRef ds:uri="518ec24c-f428-4057-9a36-4cb948a7b407"/>
    <ds:schemaRef ds:uri="6fe25bdf-ae0e-48a7-b6e5-bc8a1849b9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D04DCF2-D9D4-4703-8D0D-9BA35C49A00B}">
  <ds:schemaRefs>
    <ds:schemaRef ds:uri="518ec24c-f428-4057-9a36-4cb948a7b407"/>
    <ds:schemaRef ds:uri="6fe25bdf-ae0e-48a7-b6e5-bc8a1849b9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CCC9168-1AF7-4F22-A7E1-AA5CA9871E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3847</TotalTime>
  <Words>164</Words>
  <Application>Microsoft Office PowerPoint</Application>
  <PresentationFormat>Widescreen</PresentationFormat>
  <Paragraphs>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Open Sans ExtraBold</vt:lpstr>
      <vt:lpstr>Open Sans Light</vt:lpstr>
      <vt:lpstr>Open Sans SemiBold</vt:lpstr>
      <vt:lpstr>Office Theme</vt:lpstr>
      <vt:lpstr>PowerPoint Presentation</vt:lpstr>
      <vt:lpstr>BC AI Hackathon</vt:lpstr>
      <vt:lpstr>8:00 PM – Kickoff + Welcome Briefing</vt:lpstr>
      <vt:lpstr>8:30 PM – Hacking Begins</vt:lpstr>
      <vt:lpstr>9:30 PM – Fuel Up Break</vt:lpstr>
      <vt:lpstr>10:00 PM – Midpoint Check-In</vt:lpstr>
      <vt:lpstr>11:30 PM – Final Sprint</vt:lpstr>
      <vt:lpstr>12:30 AM – Demos + Celebration</vt:lpstr>
      <vt:lpstr>1:00 AM – Close + Chill Hangout</vt:lpstr>
      <vt:lpstr>Thursday: Winners Announced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NEON ASSETS</vt:lpstr>
      <vt:lpstr>NEON ASSETS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Bishop</dc:creator>
  <cp:lastModifiedBy>Marc Chabot</cp:lastModifiedBy>
  <cp:revision>18</cp:revision>
  <dcterms:created xsi:type="dcterms:W3CDTF">2025-01-23T18:40:19Z</dcterms:created>
  <dcterms:modified xsi:type="dcterms:W3CDTF">2026-05-08T21:04:53Z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0x01010040EFDC198DA1424AA2DE7340ED8C291E</vt:lpwstr>
  </property>
  <property fmtid="{D5CDD505-2E9C-101B-9397-08002B2CF9AE}" pid="3" name="MediaServiceImageTags">
    <vt:lpwstr/>
  </property>
</Properties>
</file>