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7" r:id="rId6"/>
    <p:sldId id="257" r:id="rId7"/>
    <p:sldId id="258" r:id="rId8"/>
    <p:sldId id="268" r:id="rId9"/>
    <p:sldId id="269" r:id="rId10"/>
    <p:sldId id="261" r:id="rId11"/>
    <p:sldId id="262" r:id="rId12"/>
    <p:sldId id="263" r:id="rId13"/>
    <p:sldId id="271" r:id="rId14"/>
    <p:sldId id="270" r:id="rId15"/>
    <p:sldId id="272" r:id="rId16"/>
    <p:sldId id="265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1B1F0F-ACED-7B65-FCF9-DDA56FDF9E77}" name="Brianna Sierra" initials="BS" userId="S::brianna@dynamicsusergroup.com::d7a06c09-ac69-423d-9f7d-3be874f58a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325"/>
    <a:srgbClr val="57B535"/>
    <a:srgbClr val="B86010"/>
    <a:srgbClr val="E97A15"/>
    <a:srgbClr val="F1A966"/>
    <a:srgbClr val="D2A000"/>
    <a:srgbClr val="9C3C9A"/>
    <a:srgbClr val="F9ED4E"/>
    <a:srgbClr val="3B4598"/>
    <a:srgbClr val="42AB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Chabot" userId="edf1aaf37886921c" providerId="LiveId" clId="{36E35DCF-1E38-456E-8DB6-7BEB4E5406AC}"/>
    <pc:docChg chg="undo redo custSel mod addSld delSld modSld sldOrd">
      <pc:chgData name="Marc Chabot" userId="edf1aaf37886921c" providerId="LiveId" clId="{36E35DCF-1E38-456E-8DB6-7BEB4E5406AC}" dt="2026-05-11T20:39:24.941" v="740" actId="255"/>
      <pc:docMkLst>
        <pc:docMk/>
      </pc:docMkLst>
      <pc:sldChg chg="addSp delSp modSp mod">
        <pc:chgData name="Marc Chabot" userId="edf1aaf37886921c" providerId="LiveId" clId="{36E35DCF-1E38-456E-8DB6-7BEB4E5406AC}" dt="2026-04-19T20:24:50.420" v="138" actId="26606"/>
        <pc:sldMkLst>
          <pc:docMk/>
          <pc:sldMk cId="1658029219" sldId="257"/>
        </pc:sldMkLst>
        <pc:spChg chg="add mod">
          <ac:chgData name="Marc Chabot" userId="edf1aaf37886921c" providerId="LiveId" clId="{36E35DCF-1E38-456E-8DB6-7BEB4E5406AC}" dt="2026-04-19T20:10:18.228" v="4" actId="1076"/>
          <ac:spMkLst>
            <pc:docMk/>
            <pc:sldMk cId="1658029219" sldId="257"/>
            <ac:spMk id="9" creationId="{D94195EA-D09B-4565-64A4-9017799BD305}"/>
          </ac:spMkLst>
        </pc:spChg>
        <pc:spChg chg="add mod">
          <ac:chgData name="Marc Chabot" userId="edf1aaf37886921c" providerId="LiveId" clId="{36E35DCF-1E38-456E-8DB6-7BEB4E5406AC}" dt="2026-04-19T20:10:18.228" v="4" actId="1076"/>
          <ac:spMkLst>
            <pc:docMk/>
            <pc:sldMk cId="1658029219" sldId="257"/>
            <ac:spMk id="10" creationId="{02E34694-20C8-7019-CA0F-F12706663A5D}"/>
          </ac:spMkLst>
        </pc:spChg>
        <pc:spChg chg="add mod">
          <ac:chgData name="Marc Chabot" userId="edf1aaf37886921c" providerId="LiveId" clId="{36E35DCF-1E38-456E-8DB6-7BEB4E5406AC}" dt="2026-04-19T20:10:18.228" v="4" actId="1076"/>
          <ac:spMkLst>
            <pc:docMk/>
            <pc:sldMk cId="1658029219" sldId="257"/>
            <ac:spMk id="11" creationId="{E1090D84-CF9D-6DEA-E2E5-8067CC1E7A2B}"/>
          </ac:spMkLst>
        </pc:spChg>
        <pc:picChg chg="add mod">
          <ac:chgData name="Marc Chabot" userId="edf1aaf37886921c" providerId="LiveId" clId="{36E35DCF-1E38-456E-8DB6-7BEB4E5406AC}" dt="2026-04-19T20:10:18.228" v="4" actId="1076"/>
          <ac:picMkLst>
            <pc:docMk/>
            <pc:sldMk cId="1658029219" sldId="257"/>
            <ac:picMk id="4" creationId="{240EDD70-8B6B-3AD9-90BC-5AF254D20BED}"/>
          </ac:picMkLst>
        </pc:picChg>
        <pc:picChg chg="add mod">
          <ac:chgData name="Marc Chabot" userId="edf1aaf37886921c" providerId="LiveId" clId="{36E35DCF-1E38-456E-8DB6-7BEB4E5406AC}" dt="2026-04-19T20:24:50.420" v="138" actId="26606"/>
          <ac:picMkLst>
            <pc:docMk/>
            <pc:sldMk cId="1658029219" sldId="257"/>
            <ac:picMk id="5" creationId="{48D67131-5B54-25BA-AFBD-AE6F01EFAA99}"/>
          </ac:picMkLst>
        </pc:picChg>
        <pc:picChg chg="add mod">
          <ac:chgData name="Marc Chabot" userId="edf1aaf37886921c" providerId="LiveId" clId="{36E35DCF-1E38-456E-8DB6-7BEB4E5406AC}" dt="2026-04-19T20:10:18.228" v="4" actId="1076"/>
          <ac:picMkLst>
            <pc:docMk/>
            <pc:sldMk cId="1658029219" sldId="257"/>
            <ac:picMk id="6" creationId="{E82CFD23-7448-67CD-ED3F-B3F37B9EA97D}"/>
          </ac:picMkLst>
        </pc:picChg>
        <pc:picChg chg="add mod">
          <ac:chgData name="Marc Chabot" userId="edf1aaf37886921c" providerId="LiveId" clId="{36E35DCF-1E38-456E-8DB6-7BEB4E5406AC}" dt="2026-04-19T20:24:50.420" v="138" actId="26606"/>
          <ac:picMkLst>
            <pc:docMk/>
            <pc:sldMk cId="1658029219" sldId="257"/>
            <ac:picMk id="7" creationId="{8F478E77-42DD-5DEB-A686-38EF15E68E07}"/>
          </ac:picMkLst>
        </pc:picChg>
        <pc:picChg chg="add mod">
          <ac:chgData name="Marc Chabot" userId="edf1aaf37886921c" providerId="LiveId" clId="{36E35DCF-1E38-456E-8DB6-7BEB4E5406AC}" dt="2026-04-19T20:24:50.420" v="138" actId="26606"/>
          <ac:picMkLst>
            <pc:docMk/>
            <pc:sldMk cId="1658029219" sldId="257"/>
            <ac:picMk id="8" creationId="{BF6D5714-031D-FD98-FE66-ACA085DD1D0E}"/>
          </ac:picMkLst>
        </pc:picChg>
        <pc:picChg chg="add mod">
          <ac:chgData name="Marc Chabot" userId="edf1aaf37886921c" providerId="LiveId" clId="{36E35DCF-1E38-456E-8DB6-7BEB4E5406AC}" dt="2026-04-19T20:10:47.199" v="10" actId="1076"/>
          <ac:picMkLst>
            <pc:docMk/>
            <pc:sldMk cId="1658029219" sldId="257"/>
            <ac:picMk id="13" creationId="{A11DECA1-8EB2-C668-20FF-26B84ECF2871}"/>
          </ac:picMkLst>
        </pc:picChg>
      </pc:sldChg>
      <pc:sldChg chg="addSp modSp mod">
        <pc:chgData name="Marc Chabot" userId="edf1aaf37886921c" providerId="LiveId" clId="{36E35DCF-1E38-456E-8DB6-7BEB4E5406AC}" dt="2026-05-07T00:25:43.030" v="554" actId="1076"/>
        <pc:sldMkLst>
          <pc:docMk/>
          <pc:sldMk cId="3304577747" sldId="258"/>
        </pc:sldMkLst>
        <pc:spChg chg="mod">
          <ac:chgData name="Marc Chabot" userId="edf1aaf37886921c" providerId="LiveId" clId="{36E35DCF-1E38-456E-8DB6-7BEB4E5406AC}" dt="2026-04-19T20:13:12.177" v="133" actId="403"/>
          <ac:spMkLst>
            <pc:docMk/>
            <pc:sldMk cId="3304577747" sldId="258"/>
            <ac:spMk id="2" creationId="{88F08B8D-7C44-69C3-72CD-F98A57F405A7}"/>
          </ac:spMkLst>
        </pc:spChg>
        <pc:spChg chg="mod">
          <ac:chgData name="Marc Chabot" userId="edf1aaf37886921c" providerId="LiveId" clId="{36E35DCF-1E38-456E-8DB6-7BEB4E5406AC}" dt="2026-04-19T20:12:22.769" v="68"/>
          <ac:spMkLst>
            <pc:docMk/>
            <pc:sldMk cId="3304577747" sldId="258"/>
            <ac:spMk id="3" creationId="{93A70CD2-3388-90FF-17BD-5194E11FD4EE}"/>
          </ac:spMkLst>
        </pc:spChg>
        <pc:picChg chg="add mod">
          <ac:chgData name="Marc Chabot" userId="edf1aaf37886921c" providerId="LiveId" clId="{36E35DCF-1E38-456E-8DB6-7BEB4E5406AC}" dt="2026-05-07T00:25:40.644" v="553" actId="1076"/>
          <ac:picMkLst>
            <pc:docMk/>
            <pc:sldMk cId="3304577747" sldId="258"/>
            <ac:picMk id="4" creationId="{DD2D612A-C0E1-DDBA-34EB-DF9D28790D37}"/>
          </ac:picMkLst>
        </pc:picChg>
        <pc:picChg chg="add mod">
          <ac:chgData name="Marc Chabot" userId="edf1aaf37886921c" providerId="LiveId" clId="{36E35DCF-1E38-456E-8DB6-7BEB4E5406AC}" dt="2026-05-07T00:25:43.030" v="554" actId="1076"/>
          <ac:picMkLst>
            <pc:docMk/>
            <pc:sldMk cId="3304577747" sldId="258"/>
            <ac:picMk id="5" creationId="{CE74317E-BC59-BDFE-6C76-0C3A94050B9E}"/>
          </ac:picMkLst>
        </pc:picChg>
      </pc:sldChg>
      <pc:sldChg chg="modSp mod">
        <pc:chgData name="Marc Chabot" userId="edf1aaf37886921c" providerId="LiveId" clId="{36E35DCF-1E38-456E-8DB6-7BEB4E5406AC}" dt="2026-05-07T00:23:39.936" v="533" actId="27636"/>
        <pc:sldMkLst>
          <pc:docMk/>
          <pc:sldMk cId="2959234125" sldId="261"/>
        </pc:sldMkLst>
        <pc:spChg chg="mod">
          <ac:chgData name="Marc Chabot" userId="edf1aaf37886921c" providerId="LiveId" clId="{36E35DCF-1E38-456E-8DB6-7BEB4E5406AC}" dt="2026-04-19T20:24:50.420" v="138" actId="26606"/>
          <ac:spMkLst>
            <pc:docMk/>
            <pc:sldMk cId="2959234125" sldId="261"/>
            <ac:spMk id="2" creationId="{EE008127-FCB5-64FB-51EF-3FC19F52341D}"/>
          </ac:spMkLst>
        </pc:spChg>
        <pc:spChg chg="mod">
          <ac:chgData name="Marc Chabot" userId="edf1aaf37886921c" providerId="LiveId" clId="{36E35DCF-1E38-456E-8DB6-7BEB4E5406AC}" dt="2026-04-19T20:24:50.420" v="138" actId="26606"/>
          <ac:spMkLst>
            <pc:docMk/>
            <pc:sldMk cId="2959234125" sldId="261"/>
            <ac:spMk id="3" creationId="{FB355CC0-E04F-8507-35D3-72EDC768B25F}"/>
          </ac:spMkLst>
        </pc:spChg>
        <pc:spChg chg="mod">
          <ac:chgData name="Marc Chabot" userId="edf1aaf37886921c" providerId="LiveId" clId="{36E35DCF-1E38-456E-8DB6-7BEB4E5406AC}" dt="2026-05-07T00:23:39.936" v="533" actId="27636"/>
          <ac:spMkLst>
            <pc:docMk/>
            <pc:sldMk cId="2959234125" sldId="261"/>
            <ac:spMk id="4" creationId="{D621F375-71FD-5F7B-D6CB-C897CC13675C}"/>
          </ac:spMkLst>
        </pc:spChg>
        <pc:spChg chg="mod">
          <ac:chgData name="Marc Chabot" userId="edf1aaf37886921c" providerId="LiveId" clId="{36E35DCF-1E38-456E-8DB6-7BEB4E5406AC}" dt="2026-05-07T00:23:19.803" v="520" actId="20577"/>
          <ac:spMkLst>
            <pc:docMk/>
            <pc:sldMk cId="2959234125" sldId="261"/>
            <ac:spMk id="5" creationId="{ACC84663-04DB-2472-E891-9262B3664320}"/>
          </ac:spMkLst>
        </pc:spChg>
      </pc:sldChg>
      <pc:sldChg chg="modSp mod">
        <pc:chgData name="Marc Chabot" userId="edf1aaf37886921c" providerId="LiveId" clId="{36E35DCF-1E38-456E-8DB6-7BEB4E5406AC}" dt="2026-05-11T20:39:24.941" v="740" actId="255"/>
        <pc:sldMkLst>
          <pc:docMk/>
          <pc:sldMk cId="2451404968" sldId="262"/>
        </pc:sldMkLst>
        <pc:spChg chg="mod">
          <ac:chgData name="Marc Chabot" userId="edf1aaf37886921c" providerId="LiveId" clId="{36E35DCF-1E38-456E-8DB6-7BEB4E5406AC}" dt="2026-04-19T20:24:50.420" v="138" actId="26606"/>
          <ac:spMkLst>
            <pc:docMk/>
            <pc:sldMk cId="2451404968" sldId="262"/>
            <ac:spMk id="2" creationId="{56FAA52E-81BE-5386-BAC6-5A64CB8B4591}"/>
          </ac:spMkLst>
        </pc:spChg>
        <pc:spChg chg="mod">
          <ac:chgData name="Marc Chabot" userId="edf1aaf37886921c" providerId="LiveId" clId="{36E35DCF-1E38-456E-8DB6-7BEB4E5406AC}" dt="2026-05-11T20:39:24.941" v="740" actId="255"/>
          <ac:spMkLst>
            <pc:docMk/>
            <pc:sldMk cId="2451404968" sldId="262"/>
            <ac:spMk id="3" creationId="{22A5FA9B-B934-7252-CC84-4CAE2E757271}"/>
          </ac:spMkLst>
        </pc:spChg>
        <pc:spChg chg="mod">
          <ac:chgData name="Marc Chabot" userId="edf1aaf37886921c" providerId="LiveId" clId="{36E35DCF-1E38-456E-8DB6-7BEB4E5406AC}" dt="2026-05-07T00:24:01.721" v="535" actId="20577"/>
          <ac:spMkLst>
            <pc:docMk/>
            <pc:sldMk cId="2451404968" sldId="262"/>
            <ac:spMk id="4" creationId="{9FE7F2DA-FAA7-0EE8-DF67-4135C5A69397}"/>
          </ac:spMkLst>
        </pc:spChg>
        <pc:spChg chg="mod">
          <ac:chgData name="Marc Chabot" userId="edf1aaf37886921c" providerId="LiveId" clId="{36E35DCF-1E38-456E-8DB6-7BEB4E5406AC}" dt="2026-05-11T20:38:58.637" v="726" actId="1076"/>
          <ac:spMkLst>
            <pc:docMk/>
            <pc:sldMk cId="2451404968" sldId="262"/>
            <ac:spMk id="5" creationId="{A8BA783C-3D32-A26F-C0C1-B84F14AC24E4}"/>
          </ac:spMkLst>
        </pc:spChg>
        <pc:spChg chg="mod">
          <ac:chgData name="Marc Chabot" userId="edf1aaf37886921c" providerId="LiveId" clId="{36E35DCF-1E38-456E-8DB6-7BEB4E5406AC}" dt="2026-05-07T00:15:50.029" v="489" actId="403"/>
          <ac:spMkLst>
            <pc:docMk/>
            <pc:sldMk cId="2451404968" sldId="262"/>
            <ac:spMk id="6" creationId="{6174CD18-CCE2-16C2-B64E-F1CEB6778932}"/>
          </ac:spMkLst>
        </pc:spChg>
      </pc:sldChg>
      <pc:sldChg chg="modSp mod">
        <pc:chgData name="Marc Chabot" userId="edf1aaf37886921c" providerId="LiveId" clId="{36E35DCF-1E38-456E-8DB6-7BEB4E5406AC}" dt="2026-05-07T00:24:27.049" v="544" actId="403"/>
        <pc:sldMkLst>
          <pc:docMk/>
          <pc:sldMk cId="4135743325" sldId="263"/>
        </pc:sldMkLst>
        <pc:spChg chg="mod">
          <ac:chgData name="Marc Chabot" userId="edf1aaf37886921c" providerId="LiveId" clId="{36E35DCF-1E38-456E-8DB6-7BEB4E5406AC}" dt="2026-04-19T20:24:50.420" v="138" actId="26606"/>
          <ac:spMkLst>
            <pc:docMk/>
            <pc:sldMk cId="4135743325" sldId="263"/>
            <ac:spMk id="2" creationId="{3B4D3F10-E97B-C330-8583-453236BC1655}"/>
          </ac:spMkLst>
        </pc:spChg>
        <pc:spChg chg="mod">
          <ac:chgData name="Marc Chabot" userId="edf1aaf37886921c" providerId="LiveId" clId="{36E35DCF-1E38-456E-8DB6-7BEB4E5406AC}" dt="2026-04-19T20:24:50.420" v="138" actId="26606"/>
          <ac:spMkLst>
            <pc:docMk/>
            <pc:sldMk cId="4135743325" sldId="263"/>
            <ac:spMk id="3" creationId="{A8AD9C17-0BA7-81F5-D182-C68D4AEEF759}"/>
          </ac:spMkLst>
        </pc:spChg>
        <pc:spChg chg="mod">
          <ac:chgData name="Marc Chabot" userId="edf1aaf37886921c" providerId="LiveId" clId="{36E35DCF-1E38-456E-8DB6-7BEB4E5406AC}" dt="2026-05-07T00:24:15.536" v="538" actId="403"/>
          <ac:spMkLst>
            <pc:docMk/>
            <pc:sldMk cId="4135743325" sldId="263"/>
            <ac:spMk id="4" creationId="{7FB28F41-36FA-21FC-6915-7F362AE3C8EB}"/>
          </ac:spMkLst>
        </pc:spChg>
        <pc:spChg chg="mod">
          <ac:chgData name="Marc Chabot" userId="edf1aaf37886921c" providerId="LiveId" clId="{36E35DCF-1E38-456E-8DB6-7BEB4E5406AC}" dt="2026-05-07T00:24:27.049" v="544" actId="403"/>
          <ac:spMkLst>
            <pc:docMk/>
            <pc:sldMk cId="4135743325" sldId="263"/>
            <ac:spMk id="5" creationId="{F0960289-50C3-8B8D-AC16-2FACF42DA95C}"/>
          </ac:spMkLst>
        </pc:spChg>
        <pc:spChg chg="mod">
          <ac:chgData name="Marc Chabot" userId="edf1aaf37886921c" providerId="LiveId" clId="{36E35DCF-1E38-456E-8DB6-7BEB4E5406AC}" dt="2026-05-07T00:24:21.004" v="541" actId="403"/>
          <ac:spMkLst>
            <pc:docMk/>
            <pc:sldMk cId="4135743325" sldId="263"/>
            <ac:spMk id="6" creationId="{DE384F64-3E77-4170-F0C3-5349CAD65B9C}"/>
          </ac:spMkLst>
        </pc:spChg>
      </pc:sldChg>
      <pc:sldChg chg="modSp mod">
        <pc:chgData name="Marc Chabot" userId="edf1aaf37886921c" providerId="LiveId" clId="{36E35DCF-1E38-456E-8DB6-7BEB4E5406AC}" dt="2026-05-07T00:24:54.916" v="546" actId="1076"/>
        <pc:sldMkLst>
          <pc:docMk/>
          <pc:sldMk cId="1099596732" sldId="265"/>
        </pc:sldMkLst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1099596732" sldId="265"/>
            <ac:picMk id="4" creationId="{7B496974-9304-DEFF-BDE2-F297CC9442B6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1099596732" sldId="265"/>
            <ac:picMk id="6" creationId="{D78AA33D-E7C8-533E-CCF0-E1C0CA0F78E8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1099596732" sldId="265"/>
            <ac:picMk id="10" creationId="{AD8A7249-432D-BEDB-B3D4-D61AB5BAE5C0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1099596732" sldId="265"/>
            <ac:picMk id="14" creationId="{9BD55E43-5DBA-F79F-2FAF-058AD4C7F38F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1099596732" sldId="265"/>
            <ac:picMk id="20" creationId="{3806C3AD-A72A-4B4E-BAB6-E826EDEC9EEF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1099596732" sldId="265"/>
            <ac:picMk id="22" creationId="{C61E045A-2CBD-0D71-F109-5C5E3C1FF072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1099596732" sldId="265"/>
            <ac:picMk id="28" creationId="{E607E149-43FB-7F2D-430B-1615C85E9E9E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1099596732" sldId="265"/>
            <ac:picMk id="30" creationId="{2E50B474-CE19-7409-3D0D-49C744E62DC0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1099596732" sldId="265"/>
            <ac:picMk id="32" creationId="{FA765DBE-C4E7-3B6D-F994-733DBA6E52A3}"/>
          </ac:picMkLst>
        </pc:picChg>
        <pc:picChg chg="mod">
          <ac:chgData name="Marc Chabot" userId="edf1aaf37886921c" providerId="LiveId" clId="{36E35DCF-1E38-456E-8DB6-7BEB4E5406AC}" dt="2026-05-07T00:24:54.916" v="546" actId="1076"/>
          <ac:picMkLst>
            <pc:docMk/>
            <pc:sldMk cId="1099596732" sldId="265"/>
            <ac:picMk id="38" creationId="{48AE03E4-FA17-7668-43FC-30AAA2A24DC6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1099596732" sldId="265"/>
            <ac:picMk id="40" creationId="{D291B564-0EB7-DFDB-5D43-03FB32ABAA55}"/>
          </ac:picMkLst>
        </pc:picChg>
      </pc:sldChg>
      <pc:sldChg chg="modSp mod">
        <pc:chgData name="Marc Chabot" userId="edf1aaf37886921c" providerId="LiveId" clId="{36E35DCF-1E38-456E-8DB6-7BEB4E5406AC}" dt="2026-04-19T20:24:50.420" v="138" actId="26606"/>
        <pc:sldMkLst>
          <pc:docMk/>
          <pc:sldMk cId="2532950751" sldId="266"/>
        </pc:sldMkLst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2532950751" sldId="266"/>
            <ac:picMk id="5" creationId="{6DBEF4D0-A962-76BC-042B-A249F2067242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2532950751" sldId="266"/>
            <ac:picMk id="9" creationId="{28E74D2E-0C68-8E72-EB24-F46A4DE3D5CB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2532950751" sldId="266"/>
            <ac:picMk id="13" creationId="{F67D8F2D-5AE8-86B2-6750-53FF17716F6C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2532950751" sldId="266"/>
            <ac:picMk id="17" creationId="{CE708812-33C5-A8E4-D7B1-1B7CAE6399BF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2532950751" sldId="266"/>
            <ac:picMk id="21" creationId="{A42C03F1-70BA-251E-DAEC-438C854FD787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2532950751" sldId="266"/>
            <ac:picMk id="25" creationId="{30BE8CB0-21C2-8AF5-E6BD-0FD8CA0B9AED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2532950751" sldId="266"/>
            <ac:picMk id="29" creationId="{19DF67D8-3824-BBF5-52D6-6DD1F1CAA379}"/>
          </ac:picMkLst>
        </pc:picChg>
        <pc:picChg chg="mod">
          <ac:chgData name="Marc Chabot" userId="edf1aaf37886921c" providerId="LiveId" clId="{36E35DCF-1E38-456E-8DB6-7BEB4E5406AC}" dt="2026-04-19T20:24:50.420" v="138" actId="26606"/>
          <ac:picMkLst>
            <pc:docMk/>
            <pc:sldMk cId="2532950751" sldId="266"/>
            <ac:picMk id="33" creationId="{582A92BA-96C9-1C4E-9D96-E63E4FE7AEE2}"/>
          </ac:picMkLst>
        </pc:picChg>
      </pc:sldChg>
      <pc:sldChg chg="delSp modSp add mod ord">
        <pc:chgData name="Marc Chabot" userId="edf1aaf37886921c" providerId="LiveId" clId="{36E35DCF-1E38-456E-8DB6-7BEB4E5406AC}" dt="2026-04-19T20:11:47.865" v="67" actId="478"/>
        <pc:sldMkLst>
          <pc:docMk/>
          <pc:sldMk cId="2476643750" sldId="267"/>
        </pc:sldMkLst>
        <pc:spChg chg="mod">
          <ac:chgData name="Marc Chabot" userId="edf1aaf37886921c" providerId="LiveId" clId="{36E35DCF-1E38-456E-8DB6-7BEB4E5406AC}" dt="2026-04-19T20:11:41.420" v="66" actId="20577"/>
          <ac:spMkLst>
            <pc:docMk/>
            <pc:sldMk cId="2476643750" sldId="267"/>
            <ac:spMk id="2" creationId="{EE074557-03CF-3562-CE70-C8ECA6ACE7BD}"/>
          </ac:spMkLst>
        </pc:spChg>
      </pc:sldChg>
      <pc:sldChg chg="modSp add del mod">
        <pc:chgData name="Marc Chabot" userId="edf1aaf37886921c" providerId="LiveId" clId="{36E35DCF-1E38-456E-8DB6-7BEB4E5406AC}" dt="2026-05-07T00:22:16.683" v="511" actId="27636"/>
        <pc:sldMkLst>
          <pc:docMk/>
          <pc:sldMk cId="3852345894" sldId="268"/>
        </pc:sldMkLst>
        <pc:spChg chg="mod">
          <ac:chgData name="Marc Chabot" userId="edf1aaf37886921c" providerId="LiveId" clId="{36E35DCF-1E38-456E-8DB6-7BEB4E5406AC}" dt="2026-05-07T00:22:16.683" v="511" actId="27636"/>
          <ac:spMkLst>
            <pc:docMk/>
            <pc:sldMk cId="3852345894" sldId="268"/>
            <ac:spMk id="2" creationId="{A5B7F96B-BBEF-F650-D54E-44D7C3FC4FDC}"/>
          </ac:spMkLst>
        </pc:spChg>
        <pc:spChg chg="mod">
          <ac:chgData name="Marc Chabot" userId="edf1aaf37886921c" providerId="LiveId" clId="{36E35DCF-1E38-456E-8DB6-7BEB4E5406AC}" dt="2026-04-19T20:24:50.420" v="138" actId="26606"/>
          <ac:spMkLst>
            <pc:docMk/>
            <pc:sldMk cId="3852345894" sldId="268"/>
            <ac:spMk id="3" creationId="{A9E151E7-374E-C91D-87EB-B08AD015CE67}"/>
          </ac:spMkLst>
        </pc:spChg>
      </pc:sldChg>
      <pc:sldChg chg="modSp add mod">
        <pc:chgData name="Marc Chabot" userId="edf1aaf37886921c" providerId="LiveId" clId="{36E35DCF-1E38-456E-8DB6-7BEB4E5406AC}" dt="2026-04-19T20:24:50.420" v="138" actId="26606"/>
        <pc:sldMkLst>
          <pc:docMk/>
          <pc:sldMk cId="4088776254" sldId="269"/>
        </pc:sldMkLst>
        <pc:spChg chg="mod">
          <ac:chgData name="Marc Chabot" userId="edf1aaf37886921c" providerId="LiveId" clId="{36E35DCF-1E38-456E-8DB6-7BEB4E5406AC}" dt="2026-04-19T20:24:50.420" v="138" actId="26606"/>
          <ac:spMkLst>
            <pc:docMk/>
            <pc:sldMk cId="4088776254" sldId="269"/>
            <ac:spMk id="2" creationId="{14419B54-F798-9295-7943-64986922E3C4}"/>
          </ac:spMkLst>
        </pc:spChg>
        <pc:spChg chg="mod">
          <ac:chgData name="Marc Chabot" userId="edf1aaf37886921c" providerId="LiveId" clId="{36E35DCF-1E38-456E-8DB6-7BEB4E5406AC}" dt="2026-04-19T20:24:50.420" v="138" actId="26606"/>
          <ac:spMkLst>
            <pc:docMk/>
            <pc:sldMk cId="4088776254" sldId="269"/>
            <ac:spMk id="3" creationId="{FF186B89-D054-83AF-4789-E07916E2715E}"/>
          </ac:spMkLst>
        </pc:spChg>
      </pc:sldChg>
      <pc:sldChg chg="addSp delSp modSp new mod modClrScheme chgLayout">
        <pc:chgData name="Marc Chabot" userId="edf1aaf37886921c" providerId="LiveId" clId="{36E35DCF-1E38-456E-8DB6-7BEB4E5406AC}" dt="2026-05-07T00:25:05.635" v="548" actId="1076"/>
        <pc:sldMkLst>
          <pc:docMk/>
          <pc:sldMk cId="2388328605" sldId="270"/>
        </pc:sldMkLst>
        <pc:spChg chg="mod">
          <ac:chgData name="Marc Chabot" userId="edf1aaf37886921c" providerId="LiveId" clId="{36E35DCF-1E38-456E-8DB6-7BEB4E5406AC}" dt="2026-05-06T23:44:14.085" v="188" actId="26606"/>
          <ac:spMkLst>
            <pc:docMk/>
            <pc:sldMk cId="2388328605" sldId="270"/>
            <ac:spMk id="7" creationId="{108EE3D0-353F-29F8-B0A3-38F8122E7F12}"/>
          </ac:spMkLst>
        </pc:spChg>
        <pc:spChg chg="add mod">
          <ac:chgData name="Marc Chabot" userId="edf1aaf37886921c" providerId="LiveId" clId="{36E35DCF-1E38-456E-8DB6-7BEB4E5406AC}" dt="2026-05-07T00:12:27.714" v="321" actId="20577"/>
          <ac:spMkLst>
            <pc:docMk/>
            <pc:sldMk cId="2388328605" sldId="270"/>
            <ac:spMk id="12" creationId="{6DED07A7-8EDA-7CAD-2F30-F253DEBF0E84}"/>
          </ac:spMkLst>
        </pc:spChg>
        <pc:picChg chg="add mod">
          <ac:chgData name="Marc Chabot" userId="edf1aaf37886921c" providerId="LiveId" clId="{36E35DCF-1E38-456E-8DB6-7BEB4E5406AC}" dt="2026-05-07T00:25:05.635" v="548" actId="1076"/>
          <ac:picMkLst>
            <pc:docMk/>
            <pc:sldMk cId="2388328605" sldId="270"/>
            <ac:picMk id="10" creationId="{F431D57C-E4F0-F91D-335E-B214B31E292E}"/>
          </ac:picMkLst>
        </pc:picChg>
      </pc:sldChg>
      <pc:sldChg chg="addSp delSp modSp new mod modClrScheme chgLayout">
        <pc:chgData name="Marc Chabot" userId="edf1aaf37886921c" providerId="LiveId" clId="{36E35DCF-1E38-456E-8DB6-7BEB4E5406AC}" dt="2026-05-07T00:25:18.175" v="550" actId="1076"/>
        <pc:sldMkLst>
          <pc:docMk/>
          <pc:sldMk cId="3801444014" sldId="271"/>
        </pc:sldMkLst>
        <pc:spChg chg="mod">
          <ac:chgData name="Marc Chabot" userId="edf1aaf37886921c" providerId="LiveId" clId="{36E35DCF-1E38-456E-8DB6-7BEB4E5406AC}" dt="2026-05-07T00:13:59.894" v="340" actId="20577"/>
          <ac:spMkLst>
            <pc:docMk/>
            <pc:sldMk cId="3801444014" sldId="271"/>
            <ac:spMk id="7" creationId="{A6ECECD3-B169-0BCB-EB7F-2F7368C22BD0}"/>
          </ac:spMkLst>
        </pc:spChg>
        <pc:graphicFrameChg chg="add mod modGraphic">
          <ac:chgData name="Marc Chabot" userId="edf1aaf37886921c" providerId="LiveId" clId="{36E35DCF-1E38-456E-8DB6-7BEB4E5406AC}" dt="2026-05-07T00:15:23.625" v="482" actId="313"/>
          <ac:graphicFrameMkLst>
            <pc:docMk/>
            <pc:sldMk cId="3801444014" sldId="271"/>
            <ac:graphicFrameMk id="9" creationId="{A81A5097-296A-4743-38CF-0D33177D07D7}"/>
          </ac:graphicFrameMkLst>
        </pc:graphicFrameChg>
        <pc:picChg chg="add mod">
          <ac:chgData name="Marc Chabot" userId="edf1aaf37886921c" providerId="LiveId" clId="{36E35DCF-1E38-456E-8DB6-7BEB4E5406AC}" dt="2026-05-07T00:25:18.175" v="550" actId="1076"/>
          <ac:picMkLst>
            <pc:docMk/>
            <pc:sldMk cId="3801444014" sldId="271"/>
            <ac:picMk id="8" creationId="{7BDEFFAE-CDE7-9045-8742-17EF7F38902A}"/>
          </ac:picMkLst>
        </pc:picChg>
      </pc:sldChg>
      <pc:sldChg chg="addSp delSp modSp new mod">
        <pc:chgData name="Marc Chabot" userId="edf1aaf37886921c" providerId="LiveId" clId="{36E35DCF-1E38-456E-8DB6-7BEB4E5406AC}" dt="2026-05-11T20:13:18.457" v="719" actId="20577"/>
        <pc:sldMkLst>
          <pc:docMk/>
          <pc:sldMk cId="4028635881" sldId="272"/>
        </pc:sldMkLst>
        <pc:spChg chg="mod">
          <ac:chgData name="Marc Chabot" userId="edf1aaf37886921c" providerId="LiveId" clId="{36E35DCF-1E38-456E-8DB6-7BEB4E5406AC}" dt="2026-05-11T20:13:18.457" v="719" actId="20577"/>
          <ac:spMkLst>
            <pc:docMk/>
            <pc:sldMk cId="4028635881" sldId="272"/>
            <ac:spMk id="2" creationId="{6F9EBB56-F009-849D-BFD7-38ECBFD209CE}"/>
          </ac:spMkLst>
        </pc:spChg>
        <pc:spChg chg="add">
          <ac:chgData name="Marc Chabot" userId="edf1aaf37886921c" providerId="LiveId" clId="{36E35DCF-1E38-456E-8DB6-7BEB4E5406AC}" dt="2026-05-07T00:26:09.139" v="556" actId="26606"/>
          <ac:spMkLst>
            <pc:docMk/>
            <pc:sldMk cId="4028635881" sldId="272"/>
            <ac:spMk id="8" creationId="{63ADB5CA-BEA0-5B1D-F5AE-A1112D3636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5F4EAC28-FF01-D2CB-9200-3074FD385A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CC494A41-BB5A-93A8-C449-40075142E4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6349" y="298877"/>
            <a:ext cx="5899302" cy="5688613"/>
          </a:xfrm>
          <a:prstGeom prst="rect">
            <a:avLst/>
          </a:prstGeom>
        </p:spPr>
      </p:pic>
      <p:pic>
        <p:nvPicPr>
          <p:cNvPr id="9" name="Picture 8" descr="A colorful lines in a black background&#10;&#10;AI-generated content may be incorrect.">
            <a:extLst>
              <a:ext uri="{FF2B5EF4-FFF2-40B4-BE49-F238E27FC236}">
                <a16:creationId xmlns:a16="http://schemas.microsoft.com/office/drawing/2014/main" id="{8FB52488-3682-4C96-04CE-48749D2986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074741" cy="2122657"/>
          </a:xfrm>
          <a:prstGeom prst="rect">
            <a:avLst/>
          </a:prstGeom>
        </p:spPr>
      </p:pic>
      <p:pic>
        <p:nvPicPr>
          <p:cNvPr id="10" name="Picture 9" descr="A colorful lines in a black background&#10;&#10;AI-generated content may be incorrect.">
            <a:extLst>
              <a:ext uri="{FF2B5EF4-FFF2-40B4-BE49-F238E27FC236}">
                <a16:creationId xmlns:a16="http://schemas.microsoft.com/office/drawing/2014/main" id="{8857360B-5F1D-04FF-E13F-3D785AAB3C9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117259" y="0"/>
            <a:ext cx="2074741" cy="2122657"/>
          </a:xfrm>
          <a:prstGeom prst="rect">
            <a:avLst/>
          </a:prstGeom>
        </p:spPr>
      </p:pic>
      <p:pic>
        <p:nvPicPr>
          <p:cNvPr id="12" name="Picture 11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773CDAA0-10AA-1EFE-EB70-E8C282F605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7665106" y="2315460"/>
            <a:ext cx="3692550" cy="5557528"/>
          </a:xfrm>
          <a:prstGeom prst="rect">
            <a:avLst/>
          </a:prstGeom>
        </p:spPr>
      </p:pic>
      <p:pic>
        <p:nvPicPr>
          <p:cNvPr id="13" name="Picture 12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5147C4A4-DA7E-B9AA-A6A1-5B87CA745DD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932489" y="2315460"/>
            <a:ext cx="3692550" cy="55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35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F25C09C2-252C-99CF-D4E9-7F8376B4E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30">
            <a:extLst>
              <a:ext uri="{FF2B5EF4-FFF2-40B4-BE49-F238E27FC236}">
                <a16:creationId xmlns:a16="http://schemas.microsoft.com/office/drawing/2014/main" id="{34E64832-2A5E-1A03-F2D8-77A19644A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8C36EB-5529-72B2-87F7-9801C49E140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6" name="Picture 5" descr="A black and green text&#10;&#10;AI-generated content may be incorrect.">
            <a:extLst>
              <a:ext uri="{FF2B5EF4-FFF2-40B4-BE49-F238E27FC236}">
                <a16:creationId xmlns:a16="http://schemas.microsoft.com/office/drawing/2014/main" id="{2B71B94E-5DB6-E6A6-19F6-66CFA28291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672" y="6044868"/>
            <a:ext cx="1258694" cy="685800"/>
          </a:xfrm>
          <a:prstGeom prst="rect">
            <a:avLst/>
          </a:prstGeom>
        </p:spPr>
      </p:pic>
      <p:pic>
        <p:nvPicPr>
          <p:cNvPr id="8" name="Picture 7" descr="A neon palm trees on a black background&#10;&#10;AI-generated content may be incorrect.">
            <a:extLst>
              <a:ext uri="{FF2B5EF4-FFF2-40B4-BE49-F238E27FC236}">
                <a16:creationId xmlns:a16="http://schemas.microsoft.com/office/drawing/2014/main" id="{660EAB63-C87F-5C49-92D3-21D245B820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2885" y="4326821"/>
            <a:ext cx="1834670" cy="29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19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2517DC59-57B1-4150-68F9-9E75A04E12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27CAD4F-DA3D-21BB-5097-199A1DA27C8F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5D4767A-CB43-DDF1-3971-339148541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15" y="1357460"/>
            <a:ext cx="11381889" cy="440231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2706FC-B096-B52E-4615-7DC39DAD9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245DC2D4-2FBF-AFEC-D754-567BF01457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6B09311C-3EEE-265C-50F6-0AE8CFD432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216C1A8A-21A3-6BC9-B0CA-EBFABC8861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188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296C3DA8-1CC1-88D5-7955-D8ED6C16DD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7837765-CF1E-C9F0-AA82-009CE8D83F85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D758C028-5EB7-2425-6974-4392BFCE83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605EC2-969D-A973-3895-6E5041FB40E6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BC5458-4486-FE70-DBF3-3F5730396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4316" y="1349603"/>
            <a:ext cx="5625484" cy="442149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01EA29B-6DEB-BEA0-914D-B70BED13D1F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50721" y="1347708"/>
            <a:ext cx="5625484" cy="442149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C77F62-97E3-8B8B-78D7-984544EAEF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15D83B3-C491-203F-2DB0-9329693271B6}"/>
              </a:ext>
            </a:extLst>
          </p:cNvPr>
          <p:cNvSpPr txBox="1">
            <a:spLocks/>
          </p:cNvSpPr>
          <p:nvPr userDrawn="1"/>
        </p:nvSpPr>
        <p:spPr>
          <a:xfrm>
            <a:off x="394316" y="367259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1" name="Picture 10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F3221F95-BBB5-A601-83A4-6E27975DC5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3ABB2765-2116-E9A2-3BA1-54FD4EF604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B7697F88-A0BC-4C62-6DEF-74EC6130E3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123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D7898BE0-9729-0FB1-1BA8-2A9E9393A5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CE1917-2129-AD4E-B5E5-CCE43937E8EF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F462C1-2CFF-D0A0-6B38-AB8AFBAE6F5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3963177"/>
            <a:ext cx="11381889" cy="1796600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9B68249-C779-95E6-8347-096090E8A8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51106" y="1347708"/>
            <a:ext cx="5628821" cy="2518929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5B8F2154-FAB8-6148-B867-71F96F3773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06507" y="1347708"/>
            <a:ext cx="5628821" cy="2518929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9CE01EE-CD15-510E-3DC0-54E3575F5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2" name="Picture 1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73ED5F63-2C35-C7A0-69CC-F250111E2C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4E8BBA43-527B-4B15-F1BD-394EC4A0A5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C37661C9-BCF0-F603-932F-A6E1344E9F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0204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206539EF-0D3B-B278-4111-7B2DCBDB25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2D3E31-3732-60F9-BCEB-3F8F1775D361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79F25E-A762-EF06-FD4B-C2B0FC692C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3D06AF-E740-17F1-FABD-186A5F24F6C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1347708"/>
            <a:ext cx="11381889" cy="175915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A4AA9F0-8950-9B11-B323-EB868A65E59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37983" y="3183603"/>
            <a:ext cx="5628821" cy="259502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A9AD557-FD79-25E6-091F-823A037D903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3384" y="3183603"/>
            <a:ext cx="5628821" cy="259502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2" name="Picture 1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5D4A78A7-11DE-60EE-0EB2-F25AA7A73E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6E6BAA78-D7E6-4831-F9EF-9FE0333EC8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2BD7BAE9-9FB2-49A4-5887-FE29340F18F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453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DE875AC1-2BB2-3146-8437-F7C64E8764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525CF05-0357-3489-4A18-06BD2CBD25A5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0A905-A4EE-CDDD-2A6B-C7475222E8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915BCC-F1D1-C2EF-6928-13D7487A979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3963176"/>
            <a:ext cx="11381889" cy="18060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EDDDE5A-0B5C-DE40-DB11-7ECFC3CB0C0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2451" y="1358222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86D1CA3-81B6-D575-9ADA-66E89436E03C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32426" y="1347708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5E11FC8-53E7-5FFB-404E-CC2FB9E2EB1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212438" y="1356863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2D400600-5C21-A7DE-AAD8-DD8075AC23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9C9B00B9-D4E3-C116-272B-E2EE2C07F7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B6A5ED12-E55B-3F40-D639-683BF339DCD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5224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2CC54CD9-DE66-C0B7-50DC-0D7B6EE3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99DADF-3E8D-B5C6-CEEE-5D461B0124EF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8BFC4-4E31-2888-F812-62A2B962DF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F95820-6C20-4F94-DDD8-E825B362F33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1347708"/>
            <a:ext cx="11381889" cy="175915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7187696-4112-ED8D-1C60-7ADC2672CE5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2451" y="3209036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33FA28F-BE9A-BE71-1D57-A205E28D420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32426" y="3198522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75704D-EFE8-1909-BFE1-CAC28334142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212438" y="3207677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25E4A0F1-7F81-002A-8AD7-31AC64964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1BDDAB6D-C7A1-36A0-FEC5-B8184D4080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E0906355-9B50-0A83-8825-78AB7FC273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662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Subtitle 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A1C50980-14D9-863B-1418-CD159FC15D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C165AB-4E55-4EEA-EA0B-775EAED50E73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0F513F-4F4E-BFBF-DE4B-21F592BBC76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056199" y="1347708"/>
            <a:ext cx="6036643" cy="4421495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B14CE42-4C50-3788-F472-3BF58358B155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94316" y="1347708"/>
            <a:ext cx="2570148" cy="2162873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7433F95-E050-2FC7-892D-F468C8DB83D4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4316" y="3578624"/>
            <a:ext cx="2570148" cy="2162873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40198F9-6632-99BA-A505-76ECD1470727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9206057" y="1347708"/>
            <a:ext cx="2570148" cy="2162873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2610093-46F8-9D87-110A-7D7D72C3523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9206057" y="3578624"/>
            <a:ext cx="2570148" cy="2162873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F4D8FC9-8A7C-3F80-10EF-B41A612AC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6B9AD5CB-E6F9-7EE2-63DD-6A04033D9D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3A4D01E8-09A8-FBCB-A18C-59BAB227A3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CAD96E46-DB04-44C8-F1E8-8A6C8EEC564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1082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FFA492FD-5C7C-4D04-0DEE-67A2D7B38F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DFDF99-BF4E-F480-A094-3DD4CC94DEF9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854EEB-977D-57C9-827F-0F27D4A454D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94316" y="1347708"/>
            <a:ext cx="4301971" cy="4449802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A482B45-889F-5142-BC0F-D45E525DF049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0926" y="1352141"/>
            <a:ext cx="2570148" cy="2176720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7CDB073-0680-7F55-1F46-B744F046286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810926" y="3633699"/>
            <a:ext cx="2570148" cy="212607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525C6F3-1234-EE7F-022F-A09807F53B3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78697" y="1347708"/>
            <a:ext cx="4301971" cy="4449802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90155F-2B43-0D59-44DE-6746CC87E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A7487284-A98A-A3AD-018C-5CEC354FB4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8093D8CD-812F-F985-25B9-4D82D17206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89736CC2-CA9D-6AA7-1973-F2F88EB09F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6376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291840" y="266855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2943D-7B16-B6C5-5304-D5B0ED879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effectLst>
                  <a:glow rad="139700">
                    <a:srgbClr val="57B535">
                      <a:alpha val="32000"/>
                    </a:srgbClr>
                  </a:glow>
                </a:effectLst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Assets</a:t>
            </a:r>
          </a:p>
        </p:txBody>
      </p:sp>
    </p:spTree>
    <p:extLst>
      <p:ext uri="{BB962C8B-B14F-4D97-AF65-F5344CB8AC3E}">
        <p14:creationId xmlns:p14="http://schemas.microsoft.com/office/powerpoint/2010/main" val="11182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5B7E9-8EA7-88AC-CDDC-5E81BBB8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3C6FC-51FE-80FC-BA42-121E4A268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28646-EEDB-4412-5DEC-0955445A6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F657A-ACF9-4E40-A2DA-3323CFDC064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4D493-2110-A893-929D-F273EB9DB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08D4F-B5C1-966A-1FDE-A22812AF2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DF7C2-04DF-C149-BAB4-89733FA27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82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AardvarkMan/DynamicsCon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18" Type="http://schemas.openxmlformats.org/officeDocument/2006/relationships/image" Target="../media/image32.png"/><Relationship Id="rId3" Type="http://schemas.openxmlformats.org/officeDocument/2006/relationships/image" Target="../media/image20.png"/><Relationship Id="rId21" Type="http://schemas.openxmlformats.org/officeDocument/2006/relationships/image" Target="../media/image35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17" Type="http://schemas.openxmlformats.org/officeDocument/2006/relationships/image" Target="../media/image31.png"/><Relationship Id="rId2" Type="http://schemas.openxmlformats.org/officeDocument/2006/relationships/image" Target="../media/image19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15.png"/><Relationship Id="rId15" Type="http://schemas.openxmlformats.org/officeDocument/2006/relationships/image" Target="../media/image29.png"/><Relationship Id="rId10" Type="http://schemas.openxmlformats.org/officeDocument/2006/relationships/image" Target="../media/image25.png"/><Relationship Id="rId19" Type="http://schemas.openxmlformats.org/officeDocument/2006/relationships/image" Target="../media/image33.png"/><Relationship Id="rId4" Type="http://schemas.openxmlformats.org/officeDocument/2006/relationships/image" Target="../media/image21.png"/><Relationship Id="rId9" Type="http://schemas.openxmlformats.org/officeDocument/2006/relationships/image" Target="../media/image16.png"/><Relationship Id="rId1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png"/><Relationship Id="rId5" Type="http://schemas.openxmlformats.org/officeDocument/2006/relationships/image" Target="../media/image17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33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A9AEE-56A1-40AE-B9F2-2F33B8A55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74557-03CF-3562-CE70-C8ECA6ACE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Hackathons</a:t>
            </a:r>
            <a:br>
              <a:rPr lang="en-US" dirty="0"/>
            </a:br>
            <a:r>
              <a:rPr lang="en-US" dirty="0"/>
              <a:t>and</a:t>
            </a:r>
            <a:br>
              <a:rPr lang="en-US" dirty="0"/>
            </a:br>
            <a:r>
              <a:rPr lang="en-US" dirty="0"/>
              <a:t>BC AI Development</a:t>
            </a:r>
          </a:p>
        </p:txBody>
      </p:sp>
    </p:spTree>
    <p:extLst>
      <p:ext uri="{BB962C8B-B14F-4D97-AF65-F5344CB8AC3E}">
        <p14:creationId xmlns:p14="http://schemas.microsoft.com/office/powerpoint/2010/main" val="247664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40EDD70-8B6B-3AD9-90BC-5AF254D20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402" y="887478"/>
            <a:ext cx="2428875" cy="2428875"/>
          </a:xfrm>
          <a:prstGeom prst="rect">
            <a:avLst/>
          </a:prstGeom>
        </p:spPr>
      </p:pic>
      <p:pic>
        <p:nvPicPr>
          <p:cNvPr id="5" name="Picture 4" descr="A yellow and blue logo  AI-generated content may be incorrect.">
            <a:extLst>
              <a:ext uri="{FF2B5EF4-FFF2-40B4-BE49-F238E27FC236}">
                <a16:creationId xmlns:a16="http://schemas.microsoft.com/office/drawing/2014/main" id="{48D67131-5B54-25BA-AFBD-AE6F01EFA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134" y="2312067"/>
            <a:ext cx="1004286" cy="1004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2CFD23-7448-67CD-ED3F-B3F37B9EA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26" b="96410" l="9744" r="89744">
                        <a14:foregroundMark x1="47179" y1="8205" x2="73333" y2="7692"/>
                        <a14:foregroundMark x1="73333" y1="7692" x2="47179" y2="1026"/>
                        <a14:foregroundMark x1="47179" y1="1026" x2="43590" y2="13333"/>
                        <a14:foregroundMark x1="23077" y1="87179" x2="56923" y2="92821"/>
                        <a14:foregroundMark x1="56923" y1="92821" x2="29744" y2="89744"/>
                        <a14:foregroundMark x1="56923" y1="90256" x2="63077" y2="90769"/>
                        <a14:foregroundMark x1="69231" y1="85641" x2="72821" y2="93333"/>
                        <a14:foregroundMark x1="74872" y1="92821" x2="75142" y2="92821"/>
                        <a14:foregroundMark x1="70769" y1="92821" x2="34872" y2="96410"/>
                        <a14:backgroundMark x1="76923" y1="94872" x2="75897" y2="94359"/>
                        <a14:backgroundMark x1="75385" y1="94872" x2="75897" y2="94359"/>
                        <a14:backgroundMark x1="75385" y1="93846" x2="75385" y2="938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98363" y="968440"/>
            <a:ext cx="2266952" cy="2266950"/>
          </a:xfrm>
          <a:prstGeom prst="rect">
            <a:avLst/>
          </a:prstGeom>
        </p:spPr>
      </p:pic>
      <p:pic>
        <p:nvPicPr>
          <p:cNvPr id="7" name="Picture 6" descr="A cartoon of a pig wearing a suit and typing on a keyboard  AI-generated content may be incorrect.">
            <a:extLst>
              <a:ext uri="{FF2B5EF4-FFF2-40B4-BE49-F238E27FC236}">
                <a16:creationId xmlns:a16="http://schemas.microsoft.com/office/drawing/2014/main" id="{8F478E77-42DD-5DEB-A686-38EF15E68E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2185" y="1948994"/>
            <a:ext cx="1730431" cy="1730431"/>
          </a:xfrm>
          <a:prstGeom prst="rect">
            <a:avLst/>
          </a:prstGeom>
        </p:spPr>
      </p:pic>
      <p:pic>
        <p:nvPicPr>
          <p:cNvPr id="8" name="Picture 7" descr="A blue and white sign with white text  AI-generated content may be incorrect.">
            <a:extLst>
              <a:ext uri="{FF2B5EF4-FFF2-40B4-BE49-F238E27FC236}">
                <a16:creationId xmlns:a16="http://schemas.microsoft.com/office/drawing/2014/main" id="{BF6D5714-031D-FD98-FE66-ACA085DD1D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4859" y="4361619"/>
            <a:ext cx="2292101" cy="9265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4195EA-D09B-4565-64A4-9017799BD305}"/>
              </a:ext>
            </a:extLst>
          </p:cNvPr>
          <p:cNvSpPr txBox="1"/>
          <p:nvPr/>
        </p:nvSpPr>
        <p:spPr>
          <a:xfrm>
            <a:off x="4386290" y="3571099"/>
            <a:ext cx="29292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Marcel Chabot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E34694-20C8-7019-CA0F-F12706663A5D}"/>
              </a:ext>
            </a:extLst>
          </p:cNvPr>
          <p:cNvSpPr txBox="1"/>
          <p:nvPr/>
        </p:nvSpPr>
        <p:spPr>
          <a:xfrm>
            <a:off x="3752185" y="3969231"/>
            <a:ext cx="4341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Development Practice Manager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090D84-CF9D-6DEA-E2E5-8067CC1E7A2B}"/>
              </a:ext>
            </a:extLst>
          </p:cNvPr>
          <p:cNvSpPr txBox="1"/>
          <p:nvPr/>
        </p:nvSpPr>
        <p:spPr>
          <a:xfrm>
            <a:off x="4560672" y="4332303"/>
            <a:ext cx="27241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life-long software developer and “maker”, Marcel brings experience and a unique approach to complex problems and solutions in D365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1DECA1-8EB2-C668-20FF-26B84ECF28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43" y="3863486"/>
            <a:ext cx="1922860" cy="192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029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F08B8D-7C44-69C3-72CD-F98A57F40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Hackathon Introduction</a:t>
            </a:r>
          </a:p>
          <a:p>
            <a:endParaRPr lang="en-US" sz="3600" dirty="0"/>
          </a:p>
          <a:p>
            <a:r>
              <a:rPr lang="en-US" sz="3600" dirty="0"/>
              <a:t>AI Introduction</a:t>
            </a:r>
          </a:p>
          <a:p>
            <a:endParaRPr lang="en-US" sz="3600" dirty="0"/>
          </a:p>
          <a:p>
            <a:r>
              <a:rPr lang="en-US" sz="3600" dirty="0"/>
              <a:t>Demo Code Review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A70CD2-3388-90FF-17BD-5194E11FD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Agenda</a:t>
            </a:r>
          </a:p>
        </p:txBody>
      </p:sp>
      <p:pic>
        <p:nvPicPr>
          <p:cNvPr id="4" name="Picture 3" descr="A blue and yellow casino chip  AI-generated content may be incorrect.">
            <a:extLst>
              <a:ext uri="{FF2B5EF4-FFF2-40B4-BE49-F238E27FC236}">
                <a16:creationId xmlns:a16="http://schemas.microsoft.com/office/drawing/2014/main" id="{DD2D612A-C0E1-DDBA-34EB-DF9D28790D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072" y="4293641"/>
            <a:ext cx="1826057" cy="1828800"/>
          </a:xfrm>
          <a:prstGeom prst="rect">
            <a:avLst/>
          </a:prstGeom>
        </p:spPr>
      </p:pic>
      <p:pic>
        <p:nvPicPr>
          <p:cNvPr id="5" name="Picture 4" descr="A blue and yellow neon chip  AI-generated content may be incorrect.">
            <a:extLst>
              <a:ext uri="{FF2B5EF4-FFF2-40B4-BE49-F238E27FC236}">
                <a16:creationId xmlns:a16="http://schemas.microsoft.com/office/drawing/2014/main" id="{CE74317E-BC59-BDFE-6C76-0C3A94050B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5581" y="3429000"/>
            <a:ext cx="1826057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77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A0AC4-14A3-E138-52A4-A9ECEF104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B7F96B-BBEF-F650-D54E-44D7C3FC4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 hackathon is a time-boxed event where teams collaborate intensively to build creative solutions to a defined challenge.</a:t>
            </a:r>
          </a:p>
          <a:p>
            <a:endParaRPr lang="en-US" sz="2000" b="1" dirty="0"/>
          </a:p>
          <a:p>
            <a:r>
              <a:rPr lang="en-US" sz="2000" b="1" dirty="0"/>
              <a:t>Typically lasts 1–3 days of focused, hands-on development</a:t>
            </a:r>
          </a:p>
          <a:p>
            <a:endParaRPr lang="en-US" sz="2000" b="1" dirty="0"/>
          </a:p>
          <a:p>
            <a:r>
              <a:rPr lang="en-US" sz="2000" b="1" dirty="0"/>
              <a:t>Teams form around ideas, then design, build, and present a working prototype</a:t>
            </a:r>
          </a:p>
          <a:p>
            <a:endParaRPr lang="en-US" sz="2000" b="1" dirty="0"/>
          </a:p>
          <a:p>
            <a:r>
              <a:rPr lang="en-US" sz="2000" b="1" dirty="0"/>
              <a:t>Open to all skill levels — developers, designers, business analysts, and newcomers</a:t>
            </a:r>
          </a:p>
          <a:p>
            <a:endParaRPr lang="en-US" sz="2000" b="1" dirty="0"/>
          </a:p>
          <a:p>
            <a:r>
              <a:rPr lang="en-US" sz="2000" b="1" dirty="0"/>
              <a:t>It’s not about writing perfect code — it’s about experimenting, learning, and collaborating</a:t>
            </a:r>
          </a:p>
          <a:p>
            <a:endParaRPr lang="en-US" sz="2000" b="1" dirty="0"/>
          </a:p>
          <a:p>
            <a:r>
              <a:rPr lang="en-US" sz="2000" b="1" dirty="0"/>
              <a:t>The word “hack” means a creative, rapid solution — not breaking into systems!</a:t>
            </a:r>
          </a:p>
          <a:p>
            <a:endParaRPr lang="en-US" sz="20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E151E7-374E-C91D-87EB-B08AD015C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Hackathon?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345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7A1F-9E7E-AF71-9979-FE3DB814E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419B54-F798-9295-7943-64986922E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/>
              <a:t>💡 Learn New Skills</a:t>
            </a:r>
          </a:p>
          <a:p>
            <a:pPr>
              <a:buNone/>
            </a:pPr>
            <a:r>
              <a:rPr lang="en-US" sz="1800"/>
              <a:t>      Hands-on experience with new tools, technologies, and approaches you don’t use day-to-day</a:t>
            </a:r>
          </a:p>
          <a:p>
            <a:pPr>
              <a:buNone/>
            </a:pPr>
            <a:endParaRPr lang="en-US" sz="1000"/>
          </a:p>
          <a:p>
            <a:pPr>
              <a:buNone/>
            </a:pPr>
            <a:r>
              <a:rPr lang="en-US" sz="2000" b="1"/>
              <a:t>🤝 Build Your Network</a:t>
            </a:r>
          </a:p>
          <a:p>
            <a:pPr>
              <a:buNone/>
            </a:pPr>
            <a:r>
              <a:rPr lang="en-US" sz="1800"/>
              <a:t>      Collaborate with people outside your usual team and make new connections across the community</a:t>
            </a:r>
          </a:p>
          <a:p>
            <a:pPr>
              <a:buNone/>
            </a:pPr>
            <a:endParaRPr lang="en-US" sz="1000"/>
          </a:p>
          <a:p>
            <a:pPr>
              <a:buNone/>
            </a:pPr>
            <a:r>
              <a:rPr lang="en-US" sz="2000" b="1"/>
              <a:t>🚀 Accelerate Innovation</a:t>
            </a:r>
          </a:p>
          <a:p>
            <a:pPr>
              <a:buNone/>
            </a:pPr>
            <a:r>
              <a:rPr lang="en-US" sz="1800"/>
              <a:t>      Turn a rough idea into a working prototype in hours instead of months</a:t>
            </a:r>
          </a:p>
          <a:p>
            <a:pPr>
              <a:buNone/>
            </a:pPr>
            <a:endParaRPr lang="en-US" sz="1000"/>
          </a:p>
          <a:p>
            <a:pPr>
              <a:buNone/>
            </a:pPr>
            <a:r>
              <a:rPr lang="en-US" sz="2000" b="1"/>
              <a:t>🏆 Win Recognition</a:t>
            </a:r>
          </a:p>
          <a:p>
            <a:pPr>
              <a:buNone/>
            </a:pPr>
            <a:r>
              <a:rPr lang="en-US" sz="1800"/>
              <a:t>      Showcase your creativity and problem-solving to judges, peers, and potential collaborators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186B89-D054-83AF-4789-E07916E27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Participate?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776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08127-FCB5-64FB-51EF-3FC19F52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Formation &amp;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55CC0-E04F-8507-35D3-72EDC768B25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sz="1800" b="1"/>
              <a:t>Teams are typically 3–5 people. You can come with a team or find one at the event!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1F375-71FD-5F7B-D6CB-C897CC136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7983" y="1873250"/>
            <a:ext cx="5628821" cy="3905381"/>
          </a:xfrm>
        </p:spPr>
        <p:txBody>
          <a:bodyPr>
            <a:normAutofit fontScale="92500"/>
          </a:bodyPr>
          <a:lstStyle/>
          <a:p>
            <a:r>
              <a:rPr lang="en-US" sz="2000" b="1" dirty="0"/>
              <a:t>Common Roles</a:t>
            </a:r>
          </a:p>
          <a:p>
            <a:endParaRPr lang="en-US" sz="1000" dirty="0"/>
          </a:p>
          <a:p>
            <a:r>
              <a:rPr lang="en-US" sz="1800" b="1" dirty="0"/>
              <a:t>Developer</a:t>
            </a:r>
            <a:r>
              <a:rPr lang="en-US" sz="1800" dirty="0"/>
              <a:t> – Writes the code and builds the solution</a:t>
            </a:r>
          </a:p>
          <a:p>
            <a:endParaRPr lang="en-US" sz="1800" dirty="0"/>
          </a:p>
          <a:p>
            <a:r>
              <a:rPr lang="en-US" sz="1800" b="1" dirty="0"/>
              <a:t>Designer</a:t>
            </a:r>
            <a:r>
              <a:rPr lang="en-US" sz="1800" dirty="0"/>
              <a:t> – Creates the UI/UX and visual assets</a:t>
            </a:r>
          </a:p>
          <a:p>
            <a:endParaRPr lang="en-US" sz="1800" dirty="0"/>
          </a:p>
          <a:p>
            <a:r>
              <a:rPr lang="en-US" sz="1800" b="1" dirty="0"/>
              <a:t>Project Lead</a:t>
            </a:r>
            <a:r>
              <a:rPr lang="en-US" sz="1800" dirty="0"/>
              <a:t> – Keeps the team on track and focused</a:t>
            </a:r>
          </a:p>
          <a:p>
            <a:endParaRPr lang="en-US" sz="1800" dirty="0"/>
          </a:p>
          <a:p>
            <a:r>
              <a:rPr lang="en-US" sz="1800" b="1" dirty="0"/>
              <a:t>Presenter</a:t>
            </a:r>
            <a:r>
              <a:rPr lang="en-US" sz="1800" dirty="0"/>
              <a:t> – Pitches the solution to the judges</a:t>
            </a:r>
          </a:p>
          <a:p>
            <a:endParaRPr lang="en-US" sz="1800" dirty="0"/>
          </a:p>
          <a:p>
            <a:r>
              <a:rPr lang="en-US" sz="1800" b="1" dirty="0"/>
              <a:t>Domain Expert</a:t>
            </a:r>
            <a:r>
              <a:rPr lang="en-US" sz="1800" dirty="0"/>
              <a:t> – Brings subject-matter knowledge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C84663-04DB-2472-E891-9262B3664320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93384" y="1873250"/>
            <a:ext cx="5628821" cy="3905381"/>
          </a:xfrm>
        </p:spPr>
        <p:txBody>
          <a:bodyPr>
            <a:normAutofit/>
          </a:bodyPr>
          <a:lstStyle/>
          <a:p>
            <a:r>
              <a:rPr lang="en-US" sz="2000" b="1" dirty="0"/>
              <a:t>Finding Your Team</a:t>
            </a:r>
          </a:p>
          <a:p>
            <a:endParaRPr lang="en-US" sz="1000" b="1" dirty="0"/>
          </a:p>
          <a:p>
            <a:r>
              <a:rPr lang="en-US" sz="1800" b="1" dirty="0"/>
              <a:t>Join the event’s team-matching session</a:t>
            </a:r>
          </a:p>
          <a:p>
            <a:endParaRPr lang="en-US" sz="1800" b="1" dirty="0"/>
          </a:p>
          <a:p>
            <a:r>
              <a:rPr lang="en-US" sz="1800" b="1" dirty="0"/>
              <a:t>Look for complementary skills</a:t>
            </a:r>
          </a:p>
          <a:p>
            <a:endParaRPr lang="en-US" sz="1800" b="1" dirty="0"/>
          </a:p>
          <a:p>
            <a:r>
              <a:rPr lang="en-US" sz="1800" b="1" dirty="0"/>
              <a:t>Diverse teams produce better results</a:t>
            </a:r>
          </a:p>
          <a:p>
            <a:endParaRPr lang="en-US" sz="1800" b="1" dirty="0"/>
          </a:p>
          <a:p>
            <a:r>
              <a:rPr lang="en-US" sz="1800" b="1" dirty="0"/>
              <a:t>Solo attendees are welcome — you’ll find your crew!</a:t>
            </a:r>
          </a:p>
        </p:txBody>
      </p:sp>
    </p:spTree>
    <p:extLst>
      <p:ext uri="{BB962C8B-B14F-4D97-AF65-F5344CB8AC3E}">
        <p14:creationId xmlns:p14="http://schemas.microsoft.com/office/powerpoint/2010/main" val="2959234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AA52E-81BE-5386-BAC6-5A64CB8B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Tips for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5FA9B-B934-7252-CC84-4CAE2E75727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0211" y="3285629"/>
            <a:ext cx="11381889" cy="3205112"/>
          </a:xfrm>
        </p:spPr>
        <p:txBody>
          <a:bodyPr>
            <a:normAutofit fontScale="97500"/>
          </a:bodyPr>
          <a:lstStyle/>
          <a:p>
            <a:pPr algn="ctr">
              <a:buNone/>
            </a:pPr>
            <a:r>
              <a:rPr lang="en-US" sz="4000" b="1" dirty="0"/>
              <a:t>Remember: Done is better than perfect. </a:t>
            </a:r>
          </a:p>
          <a:p>
            <a:pPr algn="ctr">
              <a:buNone/>
            </a:pPr>
            <a:r>
              <a:rPr lang="en-US" sz="4000" b="1" dirty="0"/>
              <a:t>Focus on a compelling demo, not polished code.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7F2DA-FAA7-0EE8-DF67-4135C5A69397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🎯 Plan First</a:t>
            </a:r>
          </a:p>
          <a:p>
            <a:pPr>
              <a:buNone/>
            </a:pPr>
            <a:r>
              <a:rPr lang="en-US" sz="1800" dirty="0"/>
              <a:t>Spend the first hour planning before coding. Agree on scope and divide work clearly.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BA783C-3D32-A26F-C0C1-B84F14AC24E4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✂️ Keep It Simple</a:t>
            </a:r>
          </a:p>
          <a:p>
            <a:pPr>
              <a:buNone/>
            </a:pPr>
            <a:r>
              <a:rPr lang="en-US" sz="1800" dirty="0"/>
              <a:t>Build the smallest thing that shows your idea works. You can always add more later.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74CD18-CCE2-16C2-B64E-F1CEB677893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/>
              <a:t>💬 Communicate</a:t>
            </a:r>
          </a:p>
          <a:p>
            <a:pPr>
              <a:buNone/>
            </a:pPr>
            <a:r>
              <a:rPr lang="en-US" sz="1600" dirty="0"/>
              <a:t>Check in often with your team. Share blockers early so others can help unblock you.</a:t>
            </a:r>
          </a:p>
        </p:txBody>
      </p:sp>
    </p:spTree>
    <p:extLst>
      <p:ext uri="{BB962C8B-B14F-4D97-AF65-F5344CB8AC3E}">
        <p14:creationId xmlns:p14="http://schemas.microsoft.com/office/powerpoint/2010/main" val="2451404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3F10-E97B-C330-8583-453236BC1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Tools &amp;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D9C17-0BA7-81F5-D182-C68D4AEEF75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b="1" dirty="0"/>
              <a:t>You don’t need to be an expert — leverage these resources to accelerate your hackathon 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28F41-36FA-21FC-6915-7F362AE3C8EB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🛠️ Development</a:t>
            </a:r>
          </a:p>
          <a:p>
            <a:pPr>
              <a:buNone/>
            </a:pPr>
            <a:r>
              <a:rPr lang="en-US" sz="1800" dirty="0"/>
              <a:t>VS Code / GitHub </a:t>
            </a:r>
            <a:r>
              <a:rPr lang="en-US" sz="1800" dirty="0" err="1"/>
              <a:t>Codespaces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GitHub for version control</a:t>
            </a:r>
          </a:p>
          <a:p>
            <a:pPr>
              <a:buNone/>
            </a:pPr>
            <a:r>
              <a:rPr lang="en-US" sz="1800" dirty="0"/>
              <a:t>AI coding assistants (Copilot, etc.)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960289-50C3-8B8D-AC16-2FACF42DA95C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📚 Learning</a:t>
            </a:r>
          </a:p>
          <a:p>
            <a:pPr>
              <a:buNone/>
            </a:pPr>
            <a:r>
              <a:rPr lang="en-US" sz="1800" dirty="0"/>
              <a:t>Microsoft Learn modules</a:t>
            </a:r>
          </a:p>
          <a:p>
            <a:pPr>
              <a:buNone/>
            </a:pPr>
            <a:r>
              <a:rPr lang="en-US" sz="1800" dirty="0"/>
              <a:t>BC documentation &amp; sandbox</a:t>
            </a:r>
          </a:p>
          <a:p>
            <a:pPr>
              <a:buNone/>
            </a:pPr>
            <a:r>
              <a:rPr lang="en-US" sz="1800" dirty="0"/>
              <a:t>Community forums &amp; blogs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84F64-3E77-4170-F0C3-5349CAD65B9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💬 Collaboration</a:t>
            </a:r>
          </a:p>
          <a:p>
            <a:pPr>
              <a:buNone/>
            </a:pPr>
            <a:r>
              <a:rPr lang="en-US" sz="1800" dirty="0"/>
              <a:t>Teams / Slack for communication</a:t>
            </a:r>
          </a:p>
          <a:p>
            <a:pPr>
              <a:buNone/>
            </a:pPr>
            <a:r>
              <a:rPr lang="en-US" sz="1800" dirty="0"/>
              <a:t>Shared docs for planning</a:t>
            </a:r>
          </a:p>
          <a:p>
            <a:pPr>
              <a:buNone/>
            </a:pPr>
            <a:r>
              <a:rPr lang="en-US" sz="1800" dirty="0"/>
              <a:t>Whiteboarding tools (Miro, etc.)</a:t>
            </a:r>
          </a:p>
        </p:txBody>
      </p:sp>
    </p:spTree>
    <p:extLst>
      <p:ext uri="{BB962C8B-B14F-4D97-AF65-F5344CB8AC3E}">
        <p14:creationId xmlns:p14="http://schemas.microsoft.com/office/powerpoint/2010/main" val="4135743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6ECECD3-B169-0BCB-EB7F-2F7368C22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</p:spPr>
        <p:txBody>
          <a:bodyPr anchor="ctr">
            <a:normAutofit/>
          </a:bodyPr>
          <a:lstStyle/>
          <a:p>
            <a:r>
              <a:rPr lang="en-US" dirty="0"/>
              <a:t>Schedule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81A5097-296A-4743-38CF-0D33177D07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55692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ContentTable"/>
                  </p202:designTagLst>
                </p202:designPr>
              </p:ext>
            </p:extLst>
          </p:nvPr>
        </p:nvGraphicFramePr>
        <p:xfrm>
          <a:off x="669689" y="1357460"/>
          <a:ext cx="10831142" cy="4402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48155">
                  <a:extLst>
                    <a:ext uri="{9D8B030D-6E8A-4147-A177-3AD203B41FA5}">
                      <a16:colId xmlns:a16="http://schemas.microsoft.com/office/drawing/2014/main" val="1547652284"/>
                    </a:ext>
                  </a:extLst>
                </a:gridCol>
                <a:gridCol w="9882987">
                  <a:extLst>
                    <a:ext uri="{9D8B030D-6E8A-4147-A177-3AD203B41FA5}">
                      <a16:colId xmlns:a16="http://schemas.microsoft.com/office/drawing/2014/main" val="4126205169"/>
                    </a:ext>
                  </a:extLst>
                </a:gridCol>
              </a:tblGrid>
              <a:tr h="8804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>
                          <a:effectLst/>
                        </a:rPr>
                        <a:t>1</a:t>
                      </a:r>
                      <a:endParaRPr lang="en-US" sz="2300">
                        <a:effectLst/>
                      </a:endParaRPr>
                    </a:p>
                  </a:txBody>
                  <a:tcPr marL="118982" marR="118982" marT="59491" marB="59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Kick off + Welcome Briefing</a:t>
                      </a:r>
                    </a:p>
                  </a:txBody>
                  <a:tcPr marL="118982" marR="118982" marT="59491" marB="59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767668"/>
                  </a:ext>
                </a:extLst>
              </a:tr>
              <a:tr h="8804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>
                          <a:effectLst/>
                        </a:rPr>
                        <a:t>2</a:t>
                      </a:r>
                      <a:endParaRPr lang="en-US" sz="2300">
                        <a:effectLst/>
                      </a:endParaRPr>
                    </a:p>
                  </a:txBody>
                  <a:tcPr marL="118982" marR="118982" marT="59491" marB="59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Hacking begins!</a:t>
                      </a:r>
                    </a:p>
                  </a:txBody>
                  <a:tcPr marL="118982" marR="118982" marT="59491" marB="59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779226"/>
                  </a:ext>
                </a:extLst>
              </a:tr>
              <a:tr h="8804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>
                          <a:effectLst/>
                        </a:rPr>
                        <a:t>3</a:t>
                      </a:r>
                      <a:endParaRPr lang="en-US" sz="2300">
                        <a:effectLst/>
                      </a:endParaRPr>
                    </a:p>
                  </a:txBody>
                  <a:tcPr marL="118982" marR="118982" marT="59491" marB="59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Snacks and Midpoint check-in</a:t>
                      </a:r>
                    </a:p>
                  </a:txBody>
                  <a:tcPr marL="118982" marR="118982" marT="59491" marB="59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57418"/>
                  </a:ext>
                </a:extLst>
              </a:tr>
              <a:tr h="8804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>
                          <a:effectLst/>
                        </a:rPr>
                        <a:t>4</a:t>
                      </a:r>
                      <a:endParaRPr lang="en-US" sz="2300">
                        <a:effectLst/>
                      </a:endParaRPr>
                    </a:p>
                  </a:txBody>
                  <a:tcPr marL="118982" marR="118982" marT="59491" marB="59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Final Sprint Warning</a:t>
                      </a:r>
                    </a:p>
                  </a:txBody>
                  <a:tcPr marL="118982" marR="118982" marT="59491" marB="59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613636"/>
                  </a:ext>
                </a:extLst>
              </a:tr>
              <a:tr h="8804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>
                          <a:effectLst/>
                        </a:rPr>
                        <a:t>5</a:t>
                      </a:r>
                      <a:endParaRPr lang="en-US" sz="2300">
                        <a:effectLst/>
                      </a:endParaRPr>
                    </a:p>
                  </a:txBody>
                  <a:tcPr marL="118982" marR="118982" marT="59491" marB="59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Pitch &amp; Demo submission</a:t>
                      </a:r>
                    </a:p>
                  </a:txBody>
                  <a:tcPr marL="118982" marR="118982" marT="59491" marB="59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834622"/>
                  </a:ext>
                </a:extLst>
              </a:tr>
            </a:tbl>
          </a:graphicData>
        </a:graphic>
      </p:graphicFrame>
      <p:pic>
        <p:nvPicPr>
          <p:cNvPr id="8" name="Picture 7" descr="A group of neon lights  AI-generated content may be incorrect.">
            <a:extLst>
              <a:ext uri="{FF2B5EF4-FFF2-40B4-BE49-F238E27FC236}">
                <a16:creationId xmlns:a16="http://schemas.microsoft.com/office/drawing/2014/main" id="{7BDEFFAE-CDE7-9045-8742-17EF7F3890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844" y="4851647"/>
            <a:ext cx="2743200" cy="155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444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6DED07A7-8EDA-7CAD-2F30-F253DEBF0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15" y="1357460"/>
            <a:ext cx="11381889" cy="4402317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https://github.com/AardvarkMan/DynamicsCon</a:t>
            </a:r>
            <a:endParaRPr lang="en-US" dirty="0"/>
          </a:p>
          <a:p>
            <a:pPr lvl="1"/>
            <a:r>
              <a:rPr lang="en-US" dirty="0"/>
              <a:t>2026 Directory</a:t>
            </a:r>
          </a:p>
          <a:p>
            <a:pPr lvl="1"/>
            <a:r>
              <a:rPr lang="en-US" dirty="0"/>
              <a:t>Example Code</a:t>
            </a:r>
          </a:p>
          <a:p>
            <a:pPr lvl="1"/>
            <a:endParaRPr lang="en-US" dirty="0"/>
          </a:p>
          <a:p>
            <a:r>
              <a:rPr lang="en-US" dirty="0"/>
              <a:t>Several Copilot Demos, ready to run.</a:t>
            </a:r>
          </a:p>
          <a:p>
            <a:endParaRPr lang="en-US" dirty="0"/>
          </a:p>
          <a:p>
            <a:r>
              <a:rPr lang="en-US" dirty="0"/>
              <a:t>A working Agent demo.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08EE3D0-353F-29F8-B0A3-38F8122E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</p:spPr>
        <p:txBody>
          <a:bodyPr anchor="ctr">
            <a:normAutofit/>
          </a:bodyPr>
          <a:lstStyle/>
          <a:p>
            <a:r>
              <a:rPr lang="en-US" dirty="0"/>
              <a:t>Tools for the New AI Hackers</a:t>
            </a:r>
          </a:p>
        </p:txBody>
      </p:sp>
      <p:pic>
        <p:nvPicPr>
          <p:cNvPr id="10" name="Picture 9" descr="A neon palm trees on a black background  AI-generated content may be incorrect.">
            <a:extLst>
              <a:ext uri="{FF2B5EF4-FFF2-40B4-BE49-F238E27FC236}">
                <a16:creationId xmlns:a16="http://schemas.microsoft.com/office/drawing/2014/main" id="{F431D57C-E4F0-F91D-335E-B214B31E29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01" y="3865765"/>
            <a:ext cx="171792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328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9EBB56-F009-849D-BFD7-38ECBFD209CE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394315" y="1357460"/>
            <a:ext cx="11381889" cy="4402317"/>
          </a:xfrm>
        </p:spPr>
        <p:txBody>
          <a:bodyPr anchor="t">
            <a:normAutofit/>
          </a:bodyPr>
          <a:lstStyle/>
          <a:p>
            <a:pPr indent="0" algn="ctr">
              <a:buNone/>
            </a:pPr>
            <a:r>
              <a:rPr lang="en-US" sz="8000" b="1" dirty="0"/>
              <a:t>Thank you!</a:t>
            </a:r>
          </a:p>
          <a:p>
            <a:pPr indent="0" algn="ctr">
              <a:buNone/>
            </a:pPr>
            <a:r>
              <a:rPr lang="en-US" sz="4800" b="1" dirty="0"/>
              <a:t>Let me know if you have any questions.</a:t>
            </a:r>
          </a:p>
          <a:p>
            <a:pPr indent="0" algn="ctr">
              <a:buNone/>
            </a:pPr>
            <a:br>
              <a:rPr lang="en-US" sz="4800" b="1" dirty="0"/>
            </a:br>
            <a:r>
              <a:rPr lang="en-US" sz="6600" b="1" dirty="0"/>
              <a:t>See me at Booth #429</a:t>
            </a:r>
            <a:endParaRPr lang="en-US" sz="4800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63ADB5CA-BEA0-5B1D-F5AE-A1112D363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6" y="-1070544"/>
            <a:ext cx="11381889" cy="8800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35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86ECC-5DD8-9203-5DCE-759CDADD0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NEON ASSETS</a:t>
            </a:r>
          </a:p>
        </p:txBody>
      </p:sp>
      <p:pic>
        <p:nvPicPr>
          <p:cNvPr id="4" name="Picture 3" descr="A neon sign with letters and numbers  AI-generated content may be incorrect.">
            <a:extLst>
              <a:ext uri="{FF2B5EF4-FFF2-40B4-BE49-F238E27FC236}">
                <a16:creationId xmlns:a16="http://schemas.microsoft.com/office/drawing/2014/main" id="{7B496974-9304-DEFF-BDE2-F297CC9442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68" y="1247303"/>
            <a:ext cx="1826057" cy="1828800"/>
          </a:xfrm>
          <a:prstGeom prst="rect">
            <a:avLst/>
          </a:prstGeom>
        </p:spPr>
      </p:pic>
      <p:pic>
        <p:nvPicPr>
          <p:cNvPr id="6" name="Picture 5" descr="A neon sign with text  AI-generated content may be incorrect.">
            <a:extLst>
              <a:ext uri="{FF2B5EF4-FFF2-40B4-BE49-F238E27FC236}">
                <a16:creationId xmlns:a16="http://schemas.microsoft.com/office/drawing/2014/main" id="{D78AA33D-E7C8-533E-CCF0-E1C0CA0F78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625" y="1247303"/>
            <a:ext cx="1826057" cy="1828800"/>
          </a:xfrm>
          <a:prstGeom prst="rect">
            <a:avLst/>
          </a:prstGeom>
        </p:spPr>
      </p:pic>
      <p:pic>
        <p:nvPicPr>
          <p:cNvPr id="8" name="Picture 7" descr="A neon sign with a symbol on a blue and purple chip  AI-generated content may be incorrect.">
            <a:extLst>
              <a:ext uri="{FF2B5EF4-FFF2-40B4-BE49-F238E27FC236}">
                <a16:creationId xmlns:a16="http://schemas.microsoft.com/office/drawing/2014/main" id="{B15596AC-A195-FA73-607D-8411809072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682" y="1247303"/>
            <a:ext cx="1826057" cy="1828800"/>
          </a:xfrm>
          <a:prstGeom prst="rect">
            <a:avLst/>
          </a:prstGeom>
        </p:spPr>
      </p:pic>
      <p:pic>
        <p:nvPicPr>
          <p:cNvPr id="10" name="Picture 9" descr="A blue and yellow casino chip  AI-generated content may be incorrect.">
            <a:extLst>
              <a:ext uri="{FF2B5EF4-FFF2-40B4-BE49-F238E27FC236}">
                <a16:creationId xmlns:a16="http://schemas.microsoft.com/office/drawing/2014/main" id="{AD8A7249-432D-BEDB-B3D4-D61AB5BAE5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822" y="2833141"/>
            <a:ext cx="1826057" cy="1828800"/>
          </a:xfrm>
          <a:prstGeom prst="rect">
            <a:avLst/>
          </a:prstGeom>
        </p:spPr>
      </p:pic>
      <p:pic>
        <p:nvPicPr>
          <p:cNvPr id="12" name="Picture 11" descr="A card with a neon light  AI-generated content may be incorrect.">
            <a:extLst>
              <a:ext uri="{FF2B5EF4-FFF2-40B4-BE49-F238E27FC236}">
                <a16:creationId xmlns:a16="http://schemas.microsoft.com/office/drawing/2014/main" id="{DDE7CB87-65E8-0595-A169-B062617F90D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68" y="4661941"/>
            <a:ext cx="1244956" cy="1828800"/>
          </a:xfrm>
          <a:prstGeom prst="rect">
            <a:avLst/>
          </a:prstGeom>
        </p:spPr>
      </p:pic>
      <p:pic>
        <p:nvPicPr>
          <p:cNvPr id="14" name="Picture 13" descr="A green casino chip with neon lights  AI-generated content may be incorrect.">
            <a:extLst>
              <a:ext uri="{FF2B5EF4-FFF2-40B4-BE49-F238E27FC236}">
                <a16:creationId xmlns:a16="http://schemas.microsoft.com/office/drawing/2014/main" id="{9BD55E43-5DBA-F79F-2FAF-058AD4C7F38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739" y="1247303"/>
            <a:ext cx="1826057" cy="1828800"/>
          </a:xfrm>
          <a:prstGeom prst="rect">
            <a:avLst/>
          </a:prstGeom>
        </p:spPr>
      </p:pic>
      <p:pic>
        <p:nvPicPr>
          <p:cNvPr id="16" name="Picture 15" descr="A neon sign with a logo  AI-generated content may be incorrect.">
            <a:extLst>
              <a:ext uri="{FF2B5EF4-FFF2-40B4-BE49-F238E27FC236}">
                <a16:creationId xmlns:a16="http://schemas.microsoft.com/office/drawing/2014/main" id="{7516C53D-7B29-CD24-485A-71E3760C0E6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879" y="2833141"/>
            <a:ext cx="1825142" cy="1828800"/>
          </a:xfrm>
          <a:prstGeom prst="rect">
            <a:avLst/>
          </a:prstGeom>
        </p:spPr>
      </p:pic>
      <p:pic>
        <p:nvPicPr>
          <p:cNvPr id="18" name="Picture 17" descr="A blue and yellow neon chip  AI-generated content may be incorrect.">
            <a:extLst>
              <a:ext uri="{FF2B5EF4-FFF2-40B4-BE49-F238E27FC236}">
                <a16:creationId xmlns:a16="http://schemas.microsoft.com/office/drawing/2014/main" id="{48C4E543-474D-E2D3-8692-F2954DF8BA5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681" y="2833141"/>
            <a:ext cx="1826057" cy="1828800"/>
          </a:xfrm>
          <a:prstGeom prst="rect">
            <a:avLst/>
          </a:prstGeom>
        </p:spPr>
      </p:pic>
      <p:pic>
        <p:nvPicPr>
          <p:cNvPr id="20" name="Picture 19" descr="A card with a diamond in it  AI-generated content may be incorrect.">
            <a:extLst>
              <a:ext uri="{FF2B5EF4-FFF2-40B4-BE49-F238E27FC236}">
                <a16:creationId xmlns:a16="http://schemas.microsoft.com/office/drawing/2014/main" id="{3806C3AD-A72A-4B4E-BAB6-E826EDEC9EE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798" y="4661941"/>
            <a:ext cx="1244498" cy="1828800"/>
          </a:xfrm>
          <a:prstGeom prst="rect">
            <a:avLst/>
          </a:prstGeom>
        </p:spPr>
      </p:pic>
      <p:pic>
        <p:nvPicPr>
          <p:cNvPr id="22" name="Picture 21" descr="A pink heart on a black background  AI-generated content may be incorrect.">
            <a:extLst>
              <a:ext uri="{FF2B5EF4-FFF2-40B4-BE49-F238E27FC236}">
                <a16:creationId xmlns:a16="http://schemas.microsoft.com/office/drawing/2014/main" id="{C61E045A-2CBD-0D71-F109-5C5E3C1FF07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296" y="4646262"/>
            <a:ext cx="1244956" cy="1828800"/>
          </a:xfrm>
          <a:prstGeom prst="rect">
            <a:avLst/>
          </a:prstGeom>
        </p:spPr>
      </p:pic>
      <p:pic>
        <p:nvPicPr>
          <p:cNvPr id="24" name="Picture 23" descr="A card with a neon light  AI-generated content may be incorrect.">
            <a:extLst>
              <a:ext uri="{FF2B5EF4-FFF2-40B4-BE49-F238E27FC236}">
                <a16:creationId xmlns:a16="http://schemas.microsoft.com/office/drawing/2014/main" id="{8355A814-EA36-6519-3181-3F7A990A127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794" y="4646262"/>
            <a:ext cx="1244956" cy="1828800"/>
          </a:xfrm>
          <a:prstGeom prst="rect">
            <a:avLst/>
          </a:prstGeom>
        </p:spPr>
      </p:pic>
      <p:pic>
        <p:nvPicPr>
          <p:cNvPr id="26" name="Picture 25" descr="A group of playing cards with neon lights  AI-generated content may be incorrect.">
            <a:extLst>
              <a:ext uri="{FF2B5EF4-FFF2-40B4-BE49-F238E27FC236}">
                <a16:creationId xmlns:a16="http://schemas.microsoft.com/office/drawing/2014/main" id="{AF99459D-F61D-5FFA-8878-787CFA7A134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421" y="4779791"/>
            <a:ext cx="2743200" cy="1561742"/>
          </a:xfrm>
          <a:prstGeom prst="rect">
            <a:avLst/>
          </a:prstGeom>
        </p:spPr>
      </p:pic>
      <p:pic>
        <p:nvPicPr>
          <p:cNvPr id="28" name="Picture 27" descr="A neon palm trees on a black background  AI-generated content may be incorrect.">
            <a:extLst>
              <a:ext uri="{FF2B5EF4-FFF2-40B4-BE49-F238E27FC236}">
                <a16:creationId xmlns:a16="http://schemas.microsoft.com/office/drawing/2014/main" id="{E607E149-43FB-7F2D-430B-1615C85E9E9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301" y="3751465"/>
            <a:ext cx="1717929" cy="2743200"/>
          </a:xfrm>
          <a:prstGeom prst="rect">
            <a:avLst/>
          </a:prstGeom>
        </p:spPr>
      </p:pic>
      <p:pic>
        <p:nvPicPr>
          <p:cNvPr id="30" name="Picture 29" descr="A palm tree with neon lights  AI-generated content may be incorrect.">
            <a:extLst>
              <a:ext uri="{FF2B5EF4-FFF2-40B4-BE49-F238E27FC236}">
                <a16:creationId xmlns:a16="http://schemas.microsoft.com/office/drawing/2014/main" id="{2E50B474-CE19-7409-3D0D-49C744E62DC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1515" y="3751465"/>
            <a:ext cx="1668552" cy="2743200"/>
          </a:xfrm>
          <a:prstGeom prst="rect">
            <a:avLst/>
          </a:prstGeom>
        </p:spPr>
      </p:pic>
      <p:pic>
        <p:nvPicPr>
          <p:cNvPr id="32" name="Picture 31" descr="A dice with blue lights  AI-generated content may be incorrect.">
            <a:extLst>
              <a:ext uri="{FF2B5EF4-FFF2-40B4-BE49-F238E27FC236}">
                <a16:creationId xmlns:a16="http://schemas.microsoft.com/office/drawing/2014/main" id="{FA765DBE-C4E7-3B6D-F994-733DBA6E52A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908" y="246768"/>
            <a:ext cx="1439495" cy="1371600"/>
          </a:xfrm>
          <a:prstGeom prst="rect">
            <a:avLst/>
          </a:prstGeom>
        </p:spPr>
      </p:pic>
      <p:pic>
        <p:nvPicPr>
          <p:cNvPr id="34" name="Picture 33" descr="A neon green neon dice  AI-generated content may be incorrect.">
            <a:extLst>
              <a:ext uri="{FF2B5EF4-FFF2-40B4-BE49-F238E27FC236}">
                <a16:creationId xmlns:a16="http://schemas.microsoft.com/office/drawing/2014/main" id="{E814F6AB-1DC7-5641-B170-330798646BFB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366" y="246768"/>
            <a:ext cx="1437437" cy="1371600"/>
          </a:xfrm>
          <a:prstGeom prst="rect">
            <a:avLst/>
          </a:prstGeom>
        </p:spPr>
      </p:pic>
      <p:pic>
        <p:nvPicPr>
          <p:cNvPr id="36" name="Picture 35" descr="A dice with blue lights  AI-generated content may be incorrect.">
            <a:extLst>
              <a:ext uri="{FF2B5EF4-FFF2-40B4-BE49-F238E27FC236}">
                <a16:creationId xmlns:a16="http://schemas.microsoft.com/office/drawing/2014/main" id="{E359BBB0-AE5D-5A1E-BF87-0920A420269A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762" y="246768"/>
            <a:ext cx="1267015" cy="1371600"/>
          </a:xfrm>
          <a:prstGeom prst="rect">
            <a:avLst/>
          </a:prstGeom>
        </p:spPr>
      </p:pic>
      <p:pic>
        <p:nvPicPr>
          <p:cNvPr id="38" name="Picture 37" descr="A neon pink dice with black background  AI-generated content may be incorrect.">
            <a:extLst>
              <a:ext uri="{FF2B5EF4-FFF2-40B4-BE49-F238E27FC236}">
                <a16:creationId xmlns:a16="http://schemas.microsoft.com/office/drawing/2014/main" id="{48AE03E4-FA17-7668-43FC-30AAA2A24DC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238" y="1247303"/>
            <a:ext cx="1254329" cy="1371600"/>
          </a:xfrm>
          <a:prstGeom prst="rect">
            <a:avLst/>
          </a:prstGeom>
        </p:spPr>
      </p:pic>
      <p:pic>
        <p:nvPicPr>
          <p:cNvPr id="40" name="Picture 39" descr="A neon light with a dice  AI-generated content may be incorrect.">
            <a:extLst>
              <a:ext uri="{FF2B5EF4-FFF2-40B4-BE49-F238E27FC236}">
                <a16:creationId xmlns:a16="http://schemas.microsoft.com/office/drawing/2014/main" id="{D291B564-0EB7-DFDB-5D43-03FB32ABAA55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284" y="1368196"/>
            <a:ext cx="1255014" cy="1371600"/>
          </a:xfrm>
          <a:prstGeom prst="rect">
            <a:avLst/>
          </a:prstGeom>
        </p:spPr>
      </p:pic>
      <p:pic>
        <p:nvPicPr>
          <p:cNvPr id="42" name="Picture 41" descr="A neon dice with black background  AI-generated content may be incorrect.">
            <a:extLst>
              <a:ext uri="{FF2B5EF4-FFF2-40B4-BE49-F238E27FC236}">
                <a16:creationId xmlns:a16="http://schemas.microsoft.com/office/drawing/2014/main" id="{14717415-9F3F-F37E-C705-298E44F37CBA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158" y="2450072"/>
            <a:ext cx="1408633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96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75DE-FB7E-41F9-585D-F182909B2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73782-6A4C-14F0-006C-E2DCA9D04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NEON ASSETS</a:t>
            </a:r>
          </a:p>
        </p:txBody>
      </p:sp>
      <p:pic>
        <p:nvPicPr>
          <p:cNvPr id="5" name="Picture 4" descr="A black and green text  AI-generated content may be incorrect.">
            <a:extLst>
              <a:ext uri="{FF2B5EF4-FFF2-40B4-BE49-F238E27FC236}">
                <a16:creationId xmlns:a16="http://schemas.microsoft.com/office/drawing/2014/main" id="{6DBEF4D0-A962-76BC-042B-A249F20672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69" y="1247303"/>
            <a:ext cx="2743200" cy="1494634"/>
          </a:xfrm>
          <a:prstGeom prst="rect">
            <a:avLst/>
          </a:prstGeom>
        </p:spPr>
      </p:pic>
      <p:pic>
        <p:nvPicPr>
          <p:cNvPr id="9" name="Picture 8" descr="Neon lights on a black background  AI-generated content may be incorrect.">
            <a:extLst>
              <a:ext uri="{FF2B5EF4-FFF2-40B4-BE49-F238E27FC236}">
                <a16:creationId xmlns:a16="http://schemas.microsoft.com/office/drawing/2014/main" id="{28E74D2E-0C68-8E72-EB24-F46A4DE3D5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03" y="2741937"/>
            <a:ext cx="2842641" cy="2743200"/>
          </a:xfrm>
          <a:prstGeom prst="rect">
            <a:avLst/>
          </a:prstGeom>
        </p:spPr>
      </p:pic>
      <p:pic>
        <p:nvPicPr>
          <p:cNvPr id="13" name="Picture 12" descr="A colorful lines in a shape of a star  AI-generated content may be incorrect.">
            <a:extLst>
              <a:ext uri="{FF2B5EF4-FFF2-40B4-BE49-F238E27FC236}">
                <a16:creationId xmlns:a16="http://schemas.microsoft.com/office/drawing/2014/main" id="{F67D8F2D-5AE8-86B2-6750-53FF17716F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644" y="1523819"/>
            <a:ext cx="2842641" cy="2743200"/>
          </a:xfrm>
          <a:prstGeom prst="rect">
            <a:avLst/>
          </a:prstGeom>
        </p:spPr>
      </p:pic>
      <p:pic>
        <p:nvPicPr>
          <p:cNvPr id="17" name="Picture 16" descr="A group of neon lights  AI-generated content may be incorrect.">
            <a:extLst>
              <a:ext uri="{FF2B5EF4-FFF2-40B4-BE49-F238E27FC236}">
                <a16:creationId xmlns:a16="http://schemas.microsoft.com/office/drawing/2014/main" id="{CE708812-33C5-A8E4-D7B1-1B7CAE6399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644" y="4705597"/>
            <a:ext cx="2743200" cy="1559079"/>
          </a:xfrm>
          <a:prstGeom prst="rect">
            <a:avLst/>
          </a:prstGeom>
        </p:spPr>
      </p:pic>
      <p:pic>
        <p:nvPicPr>
          <p:cNvPr id="21" name="Picture 20" descr="A neon light on a black background  AI-generated content may be incorrect.">
            <a:extLst>
              <a:ext uri="{FF2B5EF4-FFF2-40B4-BE49-F238E27FC236}">
                <a16:creationId xmlns:a16="http://schemas.microsoft.com/office/drawing/2014/main" id="{A42C03F1-70BA-251E-DAEC-438C854FD7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207" y="609419"/>
            <a:ext cx="1518167" cy="2286000"/>
          </a:xfrm>
          <a:prstGeom prst="rect">
            <a:avLst/>
          </a:prstGeom>
        </p:spPr>
      </p:pic>
      <p:pic>
        <p:nvPicPr>
          <p:cNvPr id="25" name="Picture 24" descr="A neon light on a black background  AI-generated content may be incorrect.">
            <a:extLst>
              <a:ext uri="{FF2B5EF4-FFF2-40B4-BE49-F238E27FC236}">
                <a16:creationId xmlns:a16="http://schemas.microsoft.com/office/drawing/2014/main" id="{30BE8CB0-21C2-8AF5-E6BD-0FD8CA0B9AE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206" y="609419"/>
            <a:ext cx="1518657" cy="2286000"/>
          </a:xfrm>
          <a:prstGeom prst="rect">
            <a:avLst/>
          </a:prstGeom>
        </p:spPr>
      </p:pic>
      <p:pic>
        <p:nvPicPr>
          <p:cNvPr id="29" name="Picture 28" descr="A colorful lines in a black background  AI-generated content may be incorrect.">
            <a:extLst>
              <a:ext uri="{FF2B5EF4-FFF2-40B4-BE49-F238E27FC236}">
                <a16:creationId xmlns:a16="http://schemas.microsoft.com/office/drawing/2014/main" id="{19DF67D8-3824-BBF5-52D6-6DD1F1CAA37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207" y="3124019"/>
            <a:ext cx="2238433" cy="2286000"/>
          </a:xfrm>
          <a:prstGeom prst="rect">
            <a:avLst/>
          </a:prstGeom>
        </p:spPr>
      </p:pic>
      <p:pic>
        <p:nvPicPr>
          <p:cNvPr id="33" name="Picture 32" descr="A colorful lines in a black background  AI-generated content may be incorrect.">
            <a:extLst>
              <a:ext uri="{FF2B5EF4-FFF2-40B4-BE49-F238E27FC236}">
                <a16:creationId xmlns:a16="http://schemas.microsoft.com/office/drawing/2014/main" id="{582A92BA-96C9-1C4E-9D96-E63E4FE7AEE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206" y="3124019"/>
            <a:ext cx="2238433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950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EFDC198DA1424AA2DE7340ED8C291E" ma:contentTypeVersion="20" ma:contentTypeDescription="Create a new document." ma:contentTypeScope="" ma:versionID="e17e278717a8b3a9d1b0341905e9f118">
  <xsd:schema xmlns:xsd="http://www.w3.org/2001/XMLSchema" xmlns:xs="http://www.w3.org/2001/XMLSchema" xmlns:p="http://schemas.microsoft.com/office/2006/metadata/properties" xmlns:ns2="6fe25bdf-ae0e-48a7-b6e5-bc8a1849b98e" xmlns:ns3="518ec24c-f428-4057-9a36-4cb948a7b407" targetNamespace="http://schemas.microsoft.com/office/2006/metadata/properties" ma:root="true" ma:fieldsID="64d06730524467017972f768cafcd2f5" ns2:_="" ns3:_="">
    <xsd:import namespace="6fe25bdf-ae0e-48a7-b6e5-bc8a1849b98e"/>
    <xsd:import namespace="518ec24c-f428-4057-9a36-4cb948a7b40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e25bdf-ae0e-48a7-b6e5-bc8a1849b98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4419aa8-21d6-4bea-8eac-28a8efdd9d04}" ma:internalName="TaxCatchAll" ma:showField="CatchAllData" ma:web="6fe25bdf-ae0e-48a7-b6e5-bc8a1849b9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8ec24c-f428-4057-9a36-4cb948a7b4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37c3b37-2320-48ce-b319-ec387555f3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8ec24c-f428-4057-9a36-4cb948a7b407">
      <Terms xmlns="http://schemas.microsoft.com/office/infopath/2007/PartnerControls"/>
    </lcf76f155ced4ddcb4097134ff3c332f>
    <TaxCatchAll xmlns="6fe25bdf-ae0e-48a7-b6e5-bc8a1849b98e" xsi:nil="true"/>
  </documentManagement>
</p:properties>
</file>

<file path=customXml/itemProps1.xml><?xml version="1.0" encoding="utf-8"?>
<ds:datastoreItem xmlns:ds="http://schemas.openxmlformats.org/officeDocument/2006/customXml" ds:itemID="{ED04DCF2-D9D4-4703-8D0D-9BA35C49A00B}">
  <ds:schemaRefs>
    <ds:schemaRef ds:uri="518ec24c-f428-4057-9a36-4cb948a7b407"/>
    <ds:schemaRef ds:uri="6fe25bdf-ae0e-48a7-b6e5-bc8a1849b9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CCC9168-1AF7-4F22-A7E1-AA5CA9871E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7B75BE-6E85-4BC9-B65E-BA5D0420B3C8}">
  <ds:schemaRefs>
    <ds:schemaRef ds:uri="http://schemas.microsoft.com/office/2006/documentManagement/types"/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518ec24c-f428-4057-9a36-4cb948a7b407"/>
    <ds:schemaRef ds:uri="6fe25bdf-ae0e-48a7-b6e5-bc8a1849b98e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539</Words>
  <Application>Microsoft Office PowerPoint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Open Sans ExtraBold</vt:lpstr>
      <vt:lpstr>Open Sans Light</vt:lpstr>
      <vt:lpstr>Open Sans SemiBold</vt:lpstr>
      <vt:lpstr>Office Theme</vt:lpstr>
      <vt:lpstr>PowerPoint Presentation</vt:lpstr>
      <vt:lpstr>Intro to Hackathons and BC AI Development</vt:lpstr>
      <vt:lpstr>PowerPoint Presentation</vt:lpstr>
      <vt:lpstr>Session Agenda</vt:lpstr>
      <vt:lpstr>What is a Hackathon?</vt:lpstr>
      <vt:lpstr>Why Participate?</vt:lpstr>
      <vt:lpstr>Team Formation &amp; Roles</vt:lpstr>
      <vt:lpstr>Tips for Success</vt:lpstr>
      <vt:lpstr>Tools &amp; Resources</vt:lpstr>
      <vt:lpstr>Schedule</vt:lpstr>
      <vt:lpstr>Tools for the New AI Hackers</vt:lpstr>
      <vt:lpstr>PowerPoint Presentation</vt:lpstr>
      <vt:lpstr>NEON ASSETS</vt:lpstr>
      <vt:lpstr>NEON ASSETS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Bishop</dc:creator>
  <cp:lastModifiedBy>Marc Chabot</cp:lastModifiedBy>
  <cp:revision>18</cp:revision>
  <dcterms:created xsi:type="dcterms:W3CDTF">2025-01-23T18:40:19Z</dcterms:created>
  <dcterms:modified xsi:type="dcterms:W3CDTF">2026-05-11T20:39:25Z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0x01010040EFDC198DA1424AA2DE7340ED8C291E</vt:lpwstr>
  </property>
  <property fmtid="{D5CDD505-2E9C-101B-9397-08002B2CF9AE}" pid="3" name="MediaServiceImageTags">
    <vt:lpwstr/>
  </property>
</Properties>
</file>