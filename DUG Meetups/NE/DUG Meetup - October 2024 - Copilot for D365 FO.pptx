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9"/>
  </p:handoutMasterIdLst>
  <p:sldIdLst>
    <p:sldId id="258" r:id="rId5"/>
    <p:sldId id="267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3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3"/>
    <p:restoredTop sz="70960" autoAdjust="0"/>
  </p:normalViewPr>
  <p:slideViewPr>
    <p:cSldViewPr snapToGrid="0">
      <p:cViewPr varScale="1">
        <p:scale>
          <a:sx n="45" d="100"/>
          <a:sy n="45" d="100"/>
        </p:scale>
        <p:origin x="8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53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w Lencsak" userId="10760b58-ca3f-4f42-bd82-2aa99cee59cb" providerId="ADAL" clId="{5CD05C9D-01DE-4662-987F-285E4C006264}"/>
    <pc:docChg chg="undo redo custSel addSld delSld modSld sldOrd">
      <pc:chgData name="Drew Lencsak" userId="10760b58-ca3f-4f42-bd82-2aa99cee59cb" providerId="ADAL" clId="{5CD05C9D-01DE-4662-987F-285E4C006264}" dt="2024-09-30T16:07:47.827" v="301" actId="1076"/>
      <pc:docMkLst>
        <pc:docMk/>
      </pc:docMkLst>
      <pc:sldChg chg="del">
        <pc:chgData name="Drew Lencsak" userId="10760b58-ca3f-4f42-bd82-2aa99cee59cb" providerId="ADAL" clId="{5CD05C9D-01DE-4662-987F-285E4C006264}" dt="2024-09-20T03:05:55.149" v="184" actId="47"/>
        <pc:sldMkLst>
          <pc:docMk/>
          <pc:sldMk cId="2427603163" sldId="256"/>
        </pc:sldMkLst>
      </pc:sldChg>
      <pc:sldChg chg="modSp del mod">
        <pc:chgData name="Drew Lencsak" userId="10760b58-ca3f-4f42-bd82-2aa99cee59cb" providerId="ADAL" clId="{5CD05C9D-01DE-4662-987F-285E4C006264}" dt="2024-09-20T02:55:20.216" v="141" actId="47"/>
        <pc:sldMkLst>
          <pc:docMk/>
          <pc:sldMk cId="3658319559" sldId="257"/>
        </pc:sldMkLst>
        <pc:spChg chg="mod">
          <ac:chgData name="Drew Lencsak" userId="10760b58-ca3f-4f42-bd82-2aa99cee59cb" providerId="ADAL" clId="{5CD05C9D-01DE-4662-987F-285E4C006264}" dt="2024-09-20T02:46:24.821" v="123" actId="20577"/>
          <ac:spMkLst>
            <pc:docMk/>
            <pc:sldMk cId="3658319559" sldId="257"/>
            <ac:spMk id="9" creationId="{558BE468-5E85-8D0C-A6CF-8588637F000D}"/>
          </ac:spMkLst>
        </pc:spChg>
      </pc:sldChg>
      <pc:sldChg chg="addSp delSp modSp mod">
        <pc:chgData name="Drew Lencsak" userId="10760b58-ca3f-4f42-bd82-2aa99cee59cb" providerId="ADAL" clId="{5CD05C9D-01DE-4662-987F-285E4C006264}" dt="2024-09-20T13:30:47.740" v="186" actId="14100"/>
        <pc:sldMkLst>
          <pc:docMk/>
          <pc:sldMk cId="3990465240" sldId="258"/>
        </pc:sldMkLst>
        <pc:spChg chg="mod">
          <ac:chgData name="Drew Lencsak" userId="10760b58-ca3f-4f42-bd82-2aa99cee59cb" providerId="ADAL" clId="{5CD05C9D-01DE-4662-987F-285E4C006264}" dt="2024-09-20T03:05:48.335" v="183" actId="404"/>
          <ac:spMkLst>
            <pc:docMk/>
            <pc:sldMk cId="3990465240" sldId="258"/>
            <ac:spMk id="4" creationId="{252DD9CC-E846-FFD6-B5C7-798AD146AF79}"/>
          </ac:spMkLst>
        </pc:spChg>
        <pc:spChg chg="mod">
          <ac:chgData name="Drew Lencsak" userId="10760b58-ca3f-4f42-bd82-2aa99cee59cb" providerId="ADAL" clId="{5CD05C9D-01DE-4662-987F-285E4C006264}" dt="2024-09-20T02:52:48.393" v="136" actId="14100"/>
          <ac:spMkLst>
            <pc:docMk/>
            <pc:sldMk cId="3990465240" sldId="258"/>
            <ac:spMk id="5" creationId="{0BA463A6-1A1C-45F6-E76D-6C40034129F8}"/>
          </ac:spMkLst>
        </pc:spChg>
        <pc:spChg chg="del mod">
          <ac:chgData name="Drew Lencsak" userId="10760b58-ca3f-4f42-bd82-2aa99cee59cb" providerId="ADAL" clId="{5CD05C9D-01DE-4662-987F-285E4C006264}" dt="2024-09-20T02:52:57.076" v="139" actId="478"/>
          <ac:spMkLst>
            <pc:docMk/>
            <pc:sldMk cId="3990465240" sldId="258"/>
            <ac:spMk id="7" creationId="{B218EC59-A9E6-DDB7-0A1C-746807D75198}"/>
          </ac:spMkLst>
        </pc:spChg>
        <pc:picChg chg="add mod">
          <ac:chgData name="Drew Lencsak" userId="10760b58-ca3f-4f42-bd82-2aa99cee59cb" providerId="ADAL" clId="{5CD05C9D-01DE-4662-987F-285E4C006264}" dt="2024-09-20T13:30:47.740" v="186" actId="14100"/>
          <ac:picMkLst>
            <pc:docMk/>
            <pc:sldMk cId="3990465240" sldId="258"/>
            <ac:picMk id="3" creationId="{13083A08-2FF6-ADBA-587C-01CBE77BF83D}"/>
          </ac:picMkLst>
        </pc:picChg>
      </pc:sldChg>
      <pc:sldChg chg="del">
        <pc:chgData name="Drew Lencsak" userId="10760b58-ca3f-4f42-bd82-2aa99cee59cb" providerId="ADAL" clId="{5CD05C9D-01DE-4662-987F-285E4C006264}" dt="2024-09-20T03:22:28.376" v="185" actId="47"/>
        <pc:sldMkLst>
          <pc:docMk/>
          <pc:sldMk cId="831645568" sldId="262"/>
        </pc:sldMkLst>
      </pc:sldChg>
      <pc:sldChg chg="addSp delSp modSp mod modClrScheme chgLayout">
        <pc:chgData name="Drew Lencsak" userId="10760b58-ca3f-4f42-bd82-2aa99cee59cb" providerId="ADAL" clId="{5CD05C9D-01DE-4662-987F-285E4C006264}" dt="2024-09-30T15:53:38.118" v="273" actId="1076"/>
        <pc:sldMkLst>
          <pc:docMk/>
          <pc:sldMk cId="3178061955" sldId="266"/>
        </pc:sldMkLst>
        <pc:spChg chg="del mod ord">
          <ac:chgData name="Drew Lencsak" userId="10760b58-ca3f-4f42-bd82-2aa99cee59cb" providerId="ADAL" clId="{5CD05C9D-01DE-4662-987F-285E4C006264}" dt="2024-09-30T15:41:48.238" v="188" actId="700"/>
          <ac:spMkLst>
            <pc:docMk/>
            <pc:sldMk cId="3178061955" sldId="266"/>
            <ac:spMk id="2" creationId="{A8933240-4EB1-D9EC-20A3-ECDF5D7B0CA5}"/>
          </ac:spMkLst>
        </pc:spChg>
        <pc:spChg chg="del mod ord">
          <ac:chgData name="Drew Lencsak" userId="10760b58-ca3f-4f42-bd82-2aa99cee59cb" providerId="ADAL" clId="{5CD05C9D-01DE-4662-987F-285E4C006264}" dt="2024-09-30T15:41:48.238" v="188" actId="700"/>
          <ac:spMkLst>
            <pc:docMk/>
            <pc:sldMk cId="3178061955" sldId="266"/>
            <ac:spMk id="3" creationId="{99915ED8-54D2-8C3A-B777-9C16B212FA5C}"/>
          </ac:spMkLst>
        </pc:spChg>
        <pc:spChg chg="add mod ord">
          <ac:chgData name="Drew Lencsak" userId="10760b58-ca3f-4f42-bd82-2aa99cee59cb" providerId="ADAL" clId="{5CD05C9D-01DE-4662-987F-285E4C006264}" dt="2024-09-30T15:41:54.716" v="207" actId="20577"/>
          <ac:spMkLst>
            <pc:docMk/>
            <pc:sldMk cId="3178061955" sldId="266"/>
            <ac:spMk id="4" creationId="{E4A8CAF1-059D-CD77-33C3-EF55F71413A1}"/>
          </ac:spMkLst>
        </pc:spChg>
        <pc:spChg chg="add del mod ord">
          <ac:chgData name="Drew Lencsak" userId="10760b58-ca3f-4f42-bd82-2aa99cee59cb" providerId="ADAL" clId="{5CD05C9D-01DE-4662-987F-285E4C006264}" dt="2024-09-30T15:44:32.215" v="254" actId="22"/>
          <ac:spMkLst>
            <pc:docMk/>
            <pc:sldMk cId="3178061955" sldId="266"/>
            <ac:spMk id="5" creationId="{84F66AC0-B939-D734-7C22-50EE08E73368}"/>
          </ac:spMkLst>
        </pc:spChg>
        <pc:spChg chg="add del mod ord">
          <ac:chgData name="Drew Lencsak" userId="10760b58-ca3f-4f42-bd82-2aa99cee59cb" providerId="ADAL" clId="{5CD05C9D-01DE-4662-987F-285E4C006264}" dt="2024-09-30T15:45:45.702" v="255" actId="22"/>
          <ac:spMkLst>
            <pc:docMk/>
            <pc:sldMk cId="3178061955" sldId="266"/>
            <ac:spMk id="6" creationId="{8B0CCDF9-3BBF-3397-FC90-F33A09442041}"/>
          </ac:spMkLst>
        </pc:spChg>
        <pc:spChg chg="add del mod ord">
          <ac:chgData name="Drew Lencsak" userId="10760b58-ca3f-4f42-bd82-2aa99cee59cb" providerId="ADAL" clId="{5CD05C9D-01DE-4662-987F-285E4C006264}" dt="2024-09-30T15:46:17.853" v="264" actId="478"/>
          <ac:spMkLst>
            <pc:docMk/>
            <pc:sldMk cId="3178061955" sldId="266"/>
            <ac:spMk id="7" creationId="{D96F64CC-290D-A64E-0D34-7B8473D257B4}"/>
          </ac:spMkLst>
        </pc:spChg>
        <pc:picChg chg="add mod ord">
          <ac:chgData name="Drew Lencsak" userId="10760b58-ca3f-4f42-bd82-2aa99cee59cb" providerId="ADAL" clId="{5CD05C9D-01DE-4662-987F-285E4C006264}" dt="2024-09-30T15:53:25.848" v="269" actId="1076"/>
          <ac:picMkLst>
            <pc:docMk/>
            <pc:sldMk cId="3178061955" sldId="266"/>
            <ac:picMk id="9" creationId="{A74C31BE-11F1-5D9F-B6AD-4C89F67F57BF}"/>
          </ac:picMkLst>
        </pc:picChg>
        <pc:picChg chg="add mod ord">
          <ac:chgData name="Drew Lencsak" userId="10760b58-ca3f-4f42-bd82-2aa99cee59cb" providerId="ADAL" clId="{5CD05C9D-01DE-4662-987F-285E4C006264}" dt="2024-09-30T15:53:38.118" v="273" actId="1076"/>
          <ac:picMkLst>
            <pc:docMk/>
            <pc:sldMk cId="3178061955" sldId="266"/>
            <ac:picMk id="11" creationId="{5D2D9873-9DBD-5C89-80A1-122148290171}"/>
          </ac:picMkLst>
        </pc:picChg>
        <pc:picChg chg="add mod">
          <ac:chgData name="Drew Lencsak" userId="10760b58-ca3f-4f42-bd82-2aa99cee59cb" providerId="ADAL" clId="{5CD05C9D-01DE-4662-987F-285E4C006264}" dt="2024-09-30T15:53:27.543" v="270" actId="1076"/>
          <ac:picMkLst>
            <pc:docMk/>
            <pc:sldMk cId="3178061955" sldId="266"/>
            <ac:picMk id="13" creationId="{D9193FBA-CEB4-1B65-976C-FC6EFBA9E91F}"/>
          </ac:picMkLst>
        </pc:picChg>
      </pc:sldChg>
      <pc:sldChg chg="addSp delSp modSp new mod ord modClrScheme chgLayout">
        <pc:chgData name="Drew Lencsak" userId="10760b58-ca3f-4f42-bd82-2aa99cee59cb" providerId="ADAL" clId="{5CD05C9D-01DE-4662-987F-285E4C006264}" dt="2024-09-30T16:06:24.946" v="298" actId="27636"/>
        <pc:sldMkLst>
          <pc:docMk/>
          <pc:sldMk cId="2740845228" sldId="267"/>
        </pc:sldMkLst>
        <pc:spChg chg="del mod ord">
          <ac:chgData name="Drew Lencsak" userId="10760b58-ca3f-4f42-bd82-2aa99cee59cb" providerId="ADAL" clId="{5CD05C9D-01DE-4662-987F-285E4C006264}" dt="2024-09-30T15:42:08.278" v="219" actId="700"/>
          <ac:spMkLst>
            <pc:docMk/>
            <pc:sldMk cId="2740845228" sldId="267"/>
            <ac:spMk id="2" creationId="{5A69A317-48B6-23B3-E7B3-0AC94ADBB0E3}"/>
          </ac:spMkLst>
        </pc:spChg>
        <pc:spChg chg="del mod ord">
          <ac:chgData name="Drew Lencsak" userId="10760b58-ca3f-4f42-bd82-2aa99cee59cb" providerId="ADAL" clId="{5CD05C9D-01DE-4662-987F-285E4C006264}" dt="2024-09-30T15:42:08.278" v="219" actId="700"/>
          <ac:spMkLst>
            <pc:docMk/>
            <pc:sldMk cId="2740845228" sldId="267"/>
            <ac:spMk id="3" creationId="{F33FA7DF-4E5B-87DA-352F-8B4F57D4D4FA}"/>
          </ac:spMkLst>
        </pc:spChg>
        <pc:spChg chg="add mod ord">
          <ac:chgData name="Drew Lencsak" userId="10760b58-ca3f-4f42-bd82-2aa99cee59cb" providerId="ADAL" clId="{5CD05C9D-01DE-4662-987F-285E4C006264}" dt="2024-09-30T15:42:13.813" v="249" actId="20577"/>
          <ac:spMkLst>
            <pc:docMk/>
            <pc:sldMk cId="2740845228" sldId="267"/>
            <ac:spMk id="4" creationId="{B0F5D56F-7B08-4356-8972-EBB3C4F3BCE2}"/>
          </ac:spMkLst>
        </pc:spChg>
        <pc:spChg chg="add del mod ord">
          <ac:chgData name="Drew Lencsak" userId="10760b58-ca3f-4f42-bd82-2aa99cee59cb" providerId="ADAL" clId="{5CD05C9D-01DE-4662-987F-285E4C006264}" dt="2024-09-30T15:42:27.030" v="253" actId="478"/>
          <ac:spMkLst>
            <pc:docMk/>
            <pc:sldMk cId="2740845228" sldId="267"/>
            <ac:spMk id="5" creationId="{3FFB5133-41CC-C3D8-0D84-E40D707A7FB2}"/>
          </ac:spMkLst>
        </pc:spChg>
        <pc:spChg chg="add del mod ord">
          <ac:chgData name="Drew Lencsak" userId="10760b58-ca3f-4f42-bd82-2aa99cee59cb" providerId="ADAL" clId="{5CD05C9D-01DE-4662-987F-285E4C006264}" dt="2024-09-30T16:05:20.533" v="278" actId="478"/>
          <ac:spMkLst>
            <pc:docMk/>
            <pc:sldMk cId="2740845228" sldId="267"/>
            <ac:spMk id="6" creationId="{0D624C2F-88C3-5558-A552-7D94964BAEE6}"/>
          </ac:spMkLst>
        </pc:spChg>
        <pc:spChg chg="add mod ord">
          <ac:chgData name="Drew Lencsak" userId="10760b58-ca3f-4f42-bd82-2aa99cee59cb" providerId="ADAL" clId="{5CD05C9D-01DE-4662-987F-285E4C006264}" dt="2024-09-30T16:06:24.946" v="298" actId="27636"/>
          <ac:spMkLst>
            <pc:docMk/>
            <pc:sldMk cId="2740845228" sldId="267"/>
            <ac:spMk id="7" creationId="{F02938C9-BCF0-0F5D-CFA3-B5E2DBDB53A1}"/>
          </ac:spMkLst>
        </pc:spChg>
        <pc:picChg chg="add mod">
          <ac:chgData name="Drew Lencsak" userId="10760b58-ca3f-4f42-bd82-2aa99cee59cb" providerId="ADAL" clId="{5CD05C9D-01DE-4662-987F-285E4C006264}" dt="2024-09-30T16:05:54.091" v="283" actId="1076"/>
          <ac:picMkLst>
            <pc:docMk/>
            <pc:sldMk cId="2740845228" sldId="267"/>
            <ac:picMk id="9" creationId="{E8ACB6FB-C7E1-262C-5754-6E210FCB8ED1}"/>
          </ac:picMkLst>
        </pc:picChg>
      </pc:sldChg>
      <pc:sldChg chg="addSp modSp new mod">
        <pc:chgData name="Drew Lencsak" userId="10760b58-ca3f-4f42-bd82-2aa99cee59cb" providerId="ADAL" clId="{5CD05C9D-01DE-4662-987F-285E4C006264}" dt="2024-09-30T16:07:47.827" v="301" actId="1076"/>
        <pc:sldMkLst>
          <pc:docMk/>
          <pc:sldMk cId="9280534" sldId="268"/>
        </pc:sldMkLst>
        <pc:spChg chg="mod">
          <ac:chgData name="Drew Lencsak" userId="10760b58-ca3f-4f42-bd82-2aa99cee59cb" providerId="ADAL" clId="{5CD05C9D-01DE-4662-987F-285E4C006264}" dt="2024-09-30T15:42:01.436" v="218" actId="20577"/>
          <ac:spMkLst>
            <pc:docMk/>
            <pc:sldMk cId="9280534" sldId="268"/>
            <ac:spMk id="5" creationId="{BCF5C6ED-F5C8-34F0-FCB0-F0E228288897}"/>
          </ac:spMkLst>
        </pc:spChg>
        <pc:picChg chg="add mod">
          <ac:chgData name="Drew Lencsak" userId="10760b58-ca3f-4f42-bd82-2aa99cee59cb" providerId="ADAL" clId="{5CD05C9D-01DE-4662-987F-285E4C006264}" dt="2024-09-30T16:07:47.827" v="301" actId="1076"/>
          <ac:picMkLst>
            <pc:docMk/>
            <pc:sldMk cId="9280534" sldId="268"/>
            <ac:picMk id="7" creationId="{1255D304-1058-2655-7BCB-252AC01E1D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B42D2-6BC8-563A-C56E-B329D368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8BF6-01FC-9348-9269-F8C9F2B4B1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DFE-FC81-1F4E-BCB7-DF8EC2A052BE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0B157-394F-5507-A265-87FDFC4373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C0D8-75EF-B9E3-82C9-E8F70A0C8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91B4-FC28-EE41-BBC7-727500703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dynamicsusergroup.com/meetup/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A6A17DE0-09F0-905B-2A99-2ACA74706A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5072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2" name="Rectangle 11">
            <a:hlinkClick r:id="rId4"/>
            <a:extLst>
              <a:ext uri="{FF2B5EF4-FFF2-40B4-BE49-F238E27FC236}">
                <a16:creationId xmlns:a16="http://schemas.microsoft.com/office/drawing/2014/main" id="{AC24F5B6-812D-08EF-8CE0-65BFE802CA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C7E2F-CBB6-3DA8-328B-93B2C3D314FE}"/>
              </a:ext>
            </a:extLst>
          </p:cNvPr>
          <p:cNvSpPr txBox="1"/>
          <p:nvPr userDrawn="1"/>
        </p:nvSpPr>
        <p:spPr>
          <a:xfrm>
            <a:off x="284086" y="82112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19" name="Picture 18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404A3745-F99F-76E5-CB7B-90B1718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7" y="6104272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0932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23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008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653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971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72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940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77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0257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7547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674080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674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6697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3015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202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29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0075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8253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7426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176-A085-BE68-4331-7CBE68466CB5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95AD5-74DA-527A-BB3D-477FF0F400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567AFE4A-D64A-7E7A-9802-F97DE19BB5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918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CF1B06-DB24-F92F-0B03-57E4534D5E9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DA749C38-CA41-6B2A-0E9D-C5E9193F2D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14" y="88069"/>
            <a:ext cx="280715" cy="2807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08586B-8C89-8043-8BFC-547E06E1F06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31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4BFC8-A8C1-41E7-AF4D-E99F01493EEB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71D18-69BE-364C-AF92-A07B04DD36B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4E16832E-E4F7-3794-698C-D01C1CBE0D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73635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A9AD7-AE83-0564-A147-42877A7644E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66021-E08E-0DB7-2C1B-F99EA29536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C92B9940-1970-389C-7E9F-DC87BE67A2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87848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2D433B-1DF1-DC14-DE45-F7335836C86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7F87-B47E-0D7E-8FC1-F6C13DA4EF33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D3DB8DBF-443A-3938-B5A4-34F94E8625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2257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302C21-FE6B-ED4D-7E14-EDA43DF1D46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94B4D-4207-EB8E-C67A-DE0C372278A2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E0CD3C94-92F3-BF87-E526-7E9C2F7A0D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451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8EC0CF-9CC0-DADE-0389-9E1DF855AB7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E824E-AE3F-8F93-A04A-975D23D36574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B8828D2E-C68E-AE90-6D7E-A3DE9C277A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9345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EFC81-A811-C645-1A5D-9D90A392322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80007-EF42-FAFF-D8CE-48991574BA8C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233238D4-6CE8-1C55-EC59-7EB0706568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0050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251E9-490C-E559-1595-26EE567F8F5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2350-EEEE-7E96-1343-F01C3375484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77A0FB75-3E5C-C419-E9BD-7D8E003D6C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68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8AA6C6-C47F-E4FF-7465-65CC94340252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3F0640-3F18-1996-D8A6-79B0FAE73A21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 dirty="0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 dirty="0">
              <a:solidFill>
                <a:srgbClr val="9A1D93"/>
              </a:solidFill>
            </a:endParaRPr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119CC8FD-C082-8B07-BF8A-76F1F44AF1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4700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54C5-3BE7-F382-F5CC-55B30137C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AD6E-7230-1699-2C6D-6BD9A053D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95-220E-4B8D-4C04-DC47AA5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5AF9-5835-A120-EF43-69BF609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114-85F7-B8F9-63C1-D675BF2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7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EC17-1E6C-4ADB-E888-F497B67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BE92-4F8D-121F-634C-34DFF634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89B3-BDCF-8F73-AA0E-18773DA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02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6D-ADA0-27C3-B9E2-9291737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7435-F10B-8E1E-6D98-80050CBE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7AD3-9037-5DA0-EA14-CF702B6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B34A-2684-0240-49DA-D4ABA19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4CE8-1FFF-C427-70A6-492EB71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62FE7-930E-469C-BEC2-DBC6F20C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4F729-721F-B847-FC72-F070BF0F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7B801-C62C-DC21-CEE3-6BC05164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942-E792-3F18-CD95-0068ADA8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87F5-DCB7-C12D-1D78-3DD61666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DD7B-83FF-D479-BA60-834431EA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E187-5ABF-09AC-431C-4585C29A3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09AE0-A0D5-016A-5609-F3E36C4D2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A71CA-02D1-13CE-A9A5-3AF7114A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0B4B9-9CB5-8F22-BF83-467ABD80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ECD-0B1C-AF4E-AFD4-B5EA4D22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7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803E-F897-C2F3-11C5-DCA21435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11978-CCE2-C896-0491-88678BE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7808-5FD6-2918-C996-35AF03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63D5-E709-647D-B819-BFB7E9EF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6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E9ED-0BC0-7550-77F3-77939C2A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D737-510C-0BFD-99B1-E53FF27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7269-C1DB-7EBB-11CB-4BE1C035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3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82B0-C5DB-93ED-BD5B-57996E35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D74-72D4-FBD3-7695-003F2122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6B0D-CED2-B023-3860-B5CA4E6B4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7A94-7B26-5124-C1A4-E27C04DA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A537-5E76-23F4-C988-E8C7D13A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FEE2-745E-F7A6-1759-CCD63834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31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BBBB-5716-F225-7444-60EEDFC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09DF-4F48-6973-7A26-627298EB6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CD1F-BFAA-75B7-B8DE-FDAD69F3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5E751-F3B3-1EFC-6192-30683F4B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C6AA-4C3C-AAA3-0804-064AD45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C2174-9436-FA9A-F52F-C58BBA9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81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A18-14CB-1F3A-678E-1F6ED09C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03C19-82A3-123F-1F4B-C89A7974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ACC8-7A3D-1FF6-895A-54BC71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2DEB-0E3C-9DA3-82C8-59C9BED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F01A-5DCB-CF44-833E-6F3736BF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8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356EF-F2AC-DBF3-B062-D61E591FB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4AC8-4F81-D357-7CEE-98995459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BF8E-DD4E-6EA6-2AF3-A4670619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F7CE-4128-8148-287E-F2D5F3D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16D1-CC69-1602-20B9-44064F83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3C38-32C5-9BC1-6C49-9169AF97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0AAA-333E-DA3A-6C12-933993DE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A89C-96B6-3A80-637C-7FF667F0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B5D9-4FE5-4B46-9656-E11353272EBD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73EA-7A1A-0479-55A8-B489912D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B69-3D01-1F97-4E7A-E62D96AFD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5" r:id="rId6"/>
    <p:sldLayoutId id="2147483667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60" r:id="rId31"/>
    <p:sldLayoutId id="2147483661" r:id="rId32"/>
    <p:sldLayoutId id="2147483651" r:id="rId33"/>
    <p:sldLayoutId id="2147483662" r:id="rId34"/>
    <p:sldLayoutId id="2147483653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earn.microsoft.com/en-us/dynamics365/fin-ops-core/dev-itpro/copilot/enable-copilot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earn.microsoft.com/en-us/dynamics365/fin-ops-core/fin-ops/copilot/copliot-generative-help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DD9CC-E846-FFD6-B5C7-798AD146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Copilot in Finance and Operations Apps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A463A6-1A1C-45F6-E76D-6C4003412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88379"/>
            <a:ext cx="3854116" cy="4351338"/>
          </a:xfrm>
        </p:spPr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Enable Copilot capabilities in finance and operations apps - Finance &amp; Operations | Dynamics 365 | Microsoft Learn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83A08-2FF6-ADBA-587C-01CBE77BF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710" y="1850079"/>
            <a:ext cx="6313532" cy="39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6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F5D56F-7B08-4356-8972-EBB3C4F3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Help &amp; Guidance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2938C9-BCF0-0F5D-CFA3-B5E2DBDB53A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199" y="1897344"/>
            <a:ext cx="525780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hlinkClick r:id="rId2"/>
              </a:rPr>
              <a:t>Generative help and guidance with Copilot - Finance &amp; Operations | Dynamics 365 | Microsoft Learn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Query rewrite – Copilot reformulates the initial question to optimize understanding and search efficacy.</a:t>
            </a:r>
          </a:p>
          <a:p>
            <a:r>
              <a:rPr lang="en-US" sz="2000" dirty="0"/>
              <a:t>Document search – Copilot uses the Bing search index to find the most relevant documents in the learn.microsoft.com domain.</a:t>
            </a:r>
          </a:p>
          <a:p>
            <a:r>
              <a:rPr lang="en-US" sz="2000" dirty="0"/>
              <a:t>Response generation – After it has the relevant documentation, Copilot uses a large language model to construct a comprehensive answer that includes citations from the source material.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ACB6FB-C7E1-262C-5754-6E210FCB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28" y="1807229"/>
            <a:ext cx="35811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45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4C31BE-11F1-5D9F-B6AD-4C89F67F57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84242" y="1677532"/>
            <a:ext cx="5823516" cy="1188612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D2D9873-9DBD-5C89-80A1-1221482901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84242" y="4542553"/>
            <a:ext cx="5823516" cy="104309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4A8CAF1-059D-CD77-33C3-EF55F714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 Summaries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193FBA-CEB4-1B65-976C-FC6EFBA9E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242" y="3139478"/>
            <a:ext cx="5791200" cy="112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6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8A1FEF-1B72-15A3-6D7F-48FBD40E799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2D23-274C-3915-F3E0-605506C881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F5B9C-A5C8-94EE-0C71-927500F10E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F5C6ED-F5C8-34F0-FCB0-F0E22828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Workspaces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55D304-1058-2655-7BCB-252AC01E1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350" y="1807229"/>
            <a:ext cx="8927299" cy="39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97ee21-6294-4ec0-a023-ecdc12fb217d" xsi:nil="true"/>
    <lcf76f155ced4ddcb4097134ff3c332f xmlns="11dd3a3b-9603-41fd-b81c-c1187686513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29E66C-7076-4B86-9F71-4246B4F8B8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dd3a3b-9603-41fd-b81c-c11876865134"/>
    <ds:schemaRef ds:uri="1697ee21-6294-4ec0-a023-ecdc12fb21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D6101-9C87-4C6A-87E1-7531206C2346}">
  <ds:schemaRefs>
    <ds:schemaRef ds:uri="http://schemas.microsoft.com/office/2006/metadata/properties"/>
    <ds:schemaRef ds:uri="http://schemas.microsoft.com/office/infopath/2007/PartnerControls"/>
    <ds:schemaRef ds:uri="1697ee21-6294-4ec0-a023-ecdc12fb217d"/>
    <ds:schemaRef ds:uri="11dd3a3b-9603-41fd-b81c-c11876865134"/>
  </ds:schemaRefs>
</ds:datastoreItem>
</file>

<file path=customXml/itemProps3.xml><?xml version="1.0" encoding="utf-8"?>
<ds:datastoreItem xmlns:ds="http://schemas.openxmlformats.org/officeDocument/2006/customXml" ds:itemID="{8861CA99-CA43-4804-BE99-F896EBC75F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115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Open Sans ExtraBold</vt:lpstr>
      <vt:lpstr>Open Sans SemiBold</vt:lpstr>
      <vt:lpstr>Office Theme</vt:lpstr>
      <vt:lpstr>Copilot in Finance and Operations Apps</vt:lpstr>
      <vt:lpstr>Generative Help &amp; Guidance</vt:lpstr>
      <vt:lpstr>Copilot Summaries</vt:lpstr>
      <vt:lpstr>Workspaces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Bishop</dc:creator>
  <cp:lastModifiedBy>Drew Lencsak</cp:lastModifiedBy>
  <cp:revision>5</cp:revision>
  <dcterms:created xsi:type="dcterms:W3CDTF">2023-09-20T16:06:20Z</dcterms:created>
  <dcterms:modified xsi:type="dcterms:W3CDTF">2024-09-30T16:07:48Z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0x0101008893DCFD68B6564B8CAC449AA517FD5F</vt:lpwstr>
  </property>
  <property fmtid="{D5CDD505-2E9C-101B-9397-08002B2CF9AE}" pid="3" name="MediaServiceImageTags">
    <vt:lpwstr/>
  </property>
</Properties>
</file>