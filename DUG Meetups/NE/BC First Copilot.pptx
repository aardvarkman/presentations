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73" r:id="rId5"/>
    <p:sldId id="274" r:id="rId6"/>
    <p:sldId id="275" r:id="rId7"/>
    <p:sldId id="269" r:id="rId8"/>
    <p:sldId id="270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4" r:id="rId24"/>
    <p:sldId id="276" r:id="rId25"/>
    <p:sldId id="289" r:id="rId26"/>
    <p:sldId id="292" r:id="rId27"/>
    <p:sldId id="293" r:id="rId28"/>
    <p:sldId id="2147482255" r:id="rId29"/>
    <p:sldId id="2147482256" r:id="rId30"/>
    <p:sldId id="295" r:id="rId31"/>
    <p:sldId id="296" r:id="rId32"/>
    <p:sldId id="271" r:id="rId33"/>
    <p:sldId id="27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3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E3978-35EB-419A-921B-FD6AD55E1791}" v="83" dt="2025-05-01T19:36:02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463" autoAdjust="0"/>
  </p:normalViewPr>
  <p:slideViewPr>
    <p:cSldViewPr snapToGrid="0">
      <p:cViewPr varScale="1">
        <p:scale>
          <a:sx n="73" d="100"/>
          <a:sy n="73" d="100"/>
        </p:scale>
        <p:origin x="198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53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Chabot" userId="edf1aaf37886921c" providerId="LiveId" clId="{51FE3978-35EB-419A-921B-FD6AD55E1791}"/>
    <pc:docChg chg="undo custSel addSld modSld sldOrd">
      <pc:chgData name="Marc Chabot" userId="edf1aaf37886921c" providerId="LiveId" clId="{51FE3978-35EB-419A-921B-FD6AD55E1791}" dt="2025-05-01T19:36:11.062" v="1754" actId="729"/>
      <pc:docMkLst>
        <pc:docMk/>
      </pc:docMkLst>
      <pc:sldChg chg="modSp mod">
        <pc:chgData name="Marc Chabot" userId="edf1aaf37886921c" providerId="LiveId" clId="{51FE3978-35EB-419A-921B-FD6AD55E1791}" dt="2025-04-24T00:28:46.677" v="443" actId="20577"/>
        <pc:sldMkLst>
          <pc:docMk/>
          <pc:sldMk cId="3662922082" sldId="269"/>
        </pc:sldMkLst>
        <pc:spChg chg="mod">
          <ac:chgData name="Marc Chabot" userId="edf1aaf37886921c" providerId="LiveId" clId="{51FE3978-35EB-419A-921B-FD6AD55E1791}" dt="2025-04-24T00:28:37.786" v="429" actId="20577"/>
          <ac:spMkLst>
            <pc:docMk/>
            <pc:sldMk cId="3662922082" sldId="269"/>
            <ac:spMk id="6" creationId="{864A6DBE-7B6A-644B-C539-AAF0599CC754}"/>
          </ac:spMkLst>
        </pc:spChg>
        <pc:spChg chg="mod">
          <ac:chgData name="Marc Chabot" userId="edf1aaf37886921c" providerId="LiveId" clId="{51FE3978-35EB-419A-921B-FD6AD55E1791}" dt="2025-04-24T00:28:46.677" v="443" actId="20577"/>
          <ac:spMkLst>
            <pc:docMk/>
            <pc:sldMk cId="3662922082" sldId="269"/>
            <ac:spMk id="7" creationId="{602499B3-74B9-057A-5580-BC3C1B052EFF}"/>
          </ac:spMkLst>
        </pc:spChg>
      </pc:sldChg>
      <pc:sldChg chg="addSp modSp mod ord">
        <pc:chgData name="Marc Chabot" userId="edf1aaf37886921c" providerId="LiveId" clId="{51FE3978-35EB-419A-921B-FD6AD55E1791}" dt="2025-04-24T00:29:19.067" v="463" actId="14100"/>
        <pc:sldMkLst>
          <pc:docMk/>
          <pc:sldMk cId="2084435583" sldId="270"/>
        </pc:sldMkLst>
        <pc:spChg chg="mod">
          <ac:chgData name="Marc Chabot" userId="edf1aaf37886921c" providerId="LiveId" clId="{51FE3978-35EB-419A-921B-FD6AD55E1791}" dt="2025-04-24T00:29:10.945" v="461" actId="1076"/>
          <ac:spMkLst>
            <pc:docMk/>
            <pc:sldMk cId="2084435583" sldId="270"/>
            <ac:spMk id="2" creationId="{48524CF5-6477-E304-BE65-711BA72AA746}"/>
          </ac:spMkLst>
        </pc:spChg>
        <pc:picChg chg="add mod">
          <ac:chgData name="Marc Chabot" userId="edf1aaf37886921c" providerId="LiveId" clId="{51FE3978-35EB-419A-921B-FD6AD55E1791}" dt="2025-04-24T00:29:19.067" v="463" actId="14100"/>
          <ac:picMkLst>
            <pc:docMk/>
            <pc:sldMk cId="2084435583" sldId="270"/>
            <ac:picMk id="1026" creationId="{0FEC061A-5C17-B349-5F6D-CE59327AE034}"/>
          </ac:picMkLst>
        </pc:picChg>
      </pc:sldChg>
      <pc:sldChg chg="mod modShow">
        <pc:chgData name="Marc Chabot" userId="edf1aaf37886921c" providerId="LiveId" clId="{51FE3978-35EB-419A-921B-FD6AD55E1791}" dt="2025-05-01T19:36:11.062" v="1754" actId="729"/>
        <pc:sldMkLst>
          <pc:docMk/>
          <pc:sldMk cId="2677877806" sldId="271"/>
        </pc:sldMkLst>
      </pc:sldChg>
      <pc:sldChg chg="mod modShow">
        <pc:chgData name="Marc Chabot" userId="edf1aaf37886921c" providerId="LiveId" clId="{51FE3978-35EB-419A-921B-FD6AD55E1791}" dt="2025-05-01T19:36:11.062" v="1754" actId="729"/>
        <pc:sldMkLst>
          <pc:docMk/>
          <pc:sldMk cId="742052899" sldId="272"/>
        </pc:sldMkLst>
      </pc:sldChg>
      <pc:sldChg chg="modSp add mod">
        <pc:chgData name="Marc Chabot" userId="edf1aaf37886921c" providerId="LiveId" clId="{51FE3978-35EB-419A-921B-FD6AD55E1791}" dt="2025-04-24T00:22:13.158" v="93" actId="20577"/>
        <pc:sldMkLst>
          <pc:docMk/>
          <pc:sldMk cId="1622928679" sldId="273"/>
        </pc:sldMkLst>
        <pc:spChg chg="mod">
          <ac:chgData name="Marc Chabot" userId="edf1aaf37886921c" providerId="LiveId" clId="{51FE3978-35EB-419A-921B-FD6AD55E1791}" dt="2025-04-24T00:21:07.848" v="47" actId="20577"/>
          <ac:spMkLst>
            <pc:docMk/>
            <pc:sldMk cId="1622928679" sldId="273"/>
            <ac:spMk id="6" creationId="{864A6DBE-7B6A-644B-C539-AAF0599CC754}"/>
          </ac:spMkLst>
        </pc:spChg>
        <pc:spChg chg="mod">
          <ac:chgData name="Marc Chabot" userId="edf1aaf37886921c" providerId="LiveId" clId="{51FE3978-35EB-419A-921B-FD6AD55E1791}" dt="2025-04-24T00:22:13.158" v="93" actId="20577"/>
          <ac:spMkLst>
            <pc:docMk/>
            <pc:sldMk cId="1622928679" sldId="273"/>
            <ac:spMk id="7" creationId="{602499B3-74B9-057A-5580-BC3C1B052EFF}"/>
          </ac:spMkLst>
        </pc:spChg>
      </pc:sldChg>
      <pc:sldChg chg="add">
        <pc:chgData name="Marc Chabot" userId="edf1aaf37886921c" providerId="LiveId" clId="{51FE3978-35EB-419A-921B-FD6AD55E1791}" dt="2025-04-24T00:20:49.184" v="0"/>
        <pc:sldMkLst>
          <pc:docMk/>
          <pc:sldMk cId="3101889801" sldId="274"/>
        </pc:sldMkLst>
      </pc:sldChg>
      <pc:sldChg chg="modSp add mod">
        <pc:chgData name="Marc Chabot" userId="edf1aaf37886921c" providerId="LiveId" clId="{51FE3978-35EB-419A-921B-FD6AD55E1791}" dt="2025-04-24T00:25:07.818" v="407" actId="20577"/>
        <pc:sldMkLst>
          <pc:docMk/>
          <pc:sldMk cId="281937796" sldId="275"/>
        </pc:sldMkLst>
        <pc:spChg chg="mod">
          <ac:chgData name="Marc Chabot" userId="edf1aaf37886921c" providerId="LiveId" clId="{51FE3978-35EB-419A-921B-FD6AD55E1791}" dt="2025-04-24T00:25:07.818" v="407" actId="20577"/>
          <ac:spMkLst>
            <pc:docMk/>
            <pc:sldMk cId="281937796" sldId="275"/>
            <ac:spMk id="3" creationId="{0F00ABF0-9DFE-68B9-F903-838EB32AAACC}"/>
          </ac:spMkLst>
        </pc:spChg>
      </pc:sldChg>
      <pc:sldChg chg="modSp add mod">
        <pc:chgData name="Marc Chabot" userId="edf1aaf37886921c" providerId="LiveId" clId="{51FE3978-35EB-419A-921B-FD6AD55E1791}" dt="2025-04-24T00:41:04.889" v="774" actId="20577"/>
        <pc:sldMkLst>
          <pc:docMk/>
          <pc:sldMk cId="1267123970" sldId="276"/>
        </pc:sldMkLst>
        <pc:spChg chg="mod">
          <ac:chgData name="Marc Chabot" userId="edf1aaf37886921c" providerId="LiveId" clId="{51FE3978-35EB-419A-921B-FD6AD55E1791}" dt="2025-04-24T00:41:04.889" v="774" actId="20577"/>
          <ac:spMkLst>
            <pc:docMk/>
            <pc:sldMk cId="1267123970" sldId="276"/>
            <ac:spMk id="6" creationId="{E33E81A2-E1CD-54DD-E951-F787F58BE757}"/>
          </ac:spMkLst>
        </pc:spChg>
      </pc:sldChg>
      <pc:sldChg chg="addSp modSp add mod ord modNotesTx">
        <pc:chgData name="Marc Chabot" userId="edf1aaf37886921c" providerId="LiveId" clId="{51FE3978-35EB-419A-921B-FD6AD55E1791}" dt="2025-04-24T00:30:22.620" v="590" actId="20577"/>
        <pc:sldMkLst>
          <pc:docMk/>
          <pc:sldMk cId="3314884627" sldId="277"/>
        </pc:sldMkLst>
        <pc:spChg chg="mod">
          <ac:chgData name="Marc Chabot" userId="edf1aaf37886921c" providerId="LiveId" clId="{51FE3978-35EB-419A-921B-FD6AD55E1791}" dt="2025-04-24T00:29:44.285" v="500" actId="20577"/>
          <ac:spMkLst>
            <pc:docMk/>
            <pc:sldMk cId="3314884627" sldId="277"/>
            <ac:spMk id="2" creationId="{73E448B8-0D3E-330E-3BC7-BA3025E452B9}"/>
          </ac:spMkLst>
        </pc:spChg>
        <pc:picChg chg="add mod">
          <ac:chgData name="Marc Chabot" userId="edf1aaf37886921c" providerId="LiveId" clId="{51FE3978-35EB-419A-921B-FD6AD55E1791}" dt="2025-04-24T00:29:56.139" v="503" actId="14100"/>
          <ac:picMkLst>
            <pc:docMk/>
            <pc:sldMk cId="3314884627" sldId="277"/>
            <ac:picMk id="2050" creationId="{A649178F-8273-7BA2-C167-07DE95C28905}"/>
          </ac:picMkLst>
        </pc:picChg>
      </pc:sldChg>
      <pc:sldChg chg="addSp modSp add ord">
        <pc:chgData name="Marc Chabot" userId="edf1aaf37886921c" providerId="LiveId" clId="{51FE3978-35EB-419A-921B-FD6AD55E1791}" dt="2025-04-24T00:30:43.983" v="596" actId="14100"/>
        <pc:sldMkLst>
          <pc:docMk/>
          <pc:sldMk cId="1069407798" sldId="278"/>
        </pc:sldMkLst>
        <pc:picChg chg="add mod">
          <ac:chgData name="Marc Chabot" userId="edf1aaf37886921c" providerId="LiveId" clId="{51FE3978-35EB-419A-921B-FD6AD55E1791}" dt="2025-04-24T00:30:43.983" v="596" actId="14100"/>
          <ac:picMkLst>
            <pc:docMk/>
            <pc:sldMk cId="1069407798" sldId="278"/>
            <ac:picMk id="3074" creationId="{50B950A2-567E-A126-B149-065938FCFE23}"/>
          </ac:picMkLst>
        </pc:picChg>
      </pc:sldChg>
      <pc:sldChg chg="addSp modSp add ord">
        <pc:chgData name="Marc Chabot" userId="edf1aaf37886921c" providerId="LiveId" clId="{51FE3978-35EB-419A-921B-FD6AD55E1791}" dt="2025-04-24T00:31:46.374" v="611" actId="14100"/>
        <pc:sldMkLst>
          <pc:docMk/>
          <pc:sldMk cId="2057280093" sldId="279"/>
        </pc:sldMkLst>
        <pc:picChg chg="add mod">
          <ac:chgData name="Marc Chabot" userId="edf1aaf37886921c" providerId="LiveId" clId="{51FE3978-35EB-419A-921B-FD6AD55E1791}" dt="2025-04-24T00:31:37.779" v="608" actId="1076"/>
          <ac:picMkLst>
            <pc:docMk/>
            <pc:sldMk cId="2057280093" sldId="279"/>
            <ac:picMk id="4098" creationId="{728B31CE-EDED-7C9F-D310-3D23693B02F5}"/>
          </ac:picMkLst>
        </pc:picChg>
        <pc:picChg chg="add mod">
          <ac:chgData name="Marc Chabot" userId="edf1aaf37886921c" providerId="LiveId" clId="{51FE3978-35EB-419A-921B-FD6AD55E1791}" dt="2025-04-24T00:31:46.374" v="611" actId="14100"/>
          <ac:picMkLst>
            <pc:docMk/>
            <pc:sldMk cId="2057280093" sldId="279"/>
            <ac:picMk id="4100" creationId="{23B3045D-7749-D157-067C-673A22C39A81}"/>
          </ac:picMkLst>
        </pc:picChg>
      </pc:sldChg>
      <pc:sldChg chg="addSp modSp add ord">
        <pc:chgData name="Marc Chabot" userId="edf1aaf37886921c" providerId="LiveId" clId="{51FE3978-35EB-419A-921B-FD6AD55E1791}" dt="2025-04-24T00:33:10.083" v="641" actId="14100"/>
        <pc:sldMkLst>
          <pc:docMk/>
          <pc:sldMk cId="2384908257" sldId="280"/>
        </pc:sldMkLst>
        <pc:picChg chg="add mod">
          <ac:chgData name="Marc Chabot" userId="edf1aaf37886921c" providerId="LiveId" clId="{51FE3978-35EB-419A-921B-FD6AD55E1791}" dt="2025-04-24T00:33:04.512" v="640" actId="14100"/>
          <ac:picMkLst>
            <pc:docMk/>
            <pc:sldMk cId="2384908257" sldId="280"/>
            <ac:picMk id="5122" creationId="{D0340D74-669A-7818-6AF1-8D1B7E48DF03}"/>
          </ac:picMkLst>
        </pc:picChg>
        <pc:picChg chg="add mod">
          <ac:chgData name="Marc Chabot" userId="edf1aaf37886921c" providerId="LiveId" clId="{51FE3978-35EB-419A-921B-FD6AD55E1791}" dt="2025-04-24T00:33:10.083" v="641" actId="14100"/>
          <ac:picMkLst>
            <pc:docMk/>
            <pc:sldMk cId="2384908257" sldId="280"/>
            <ac:picMk id="5124" creationId="{03143253-2DF5-4EAD-29B4-4D8CF9CD64C0}"/>
          </ac:picMkLst>
        </pc:picChg>
      </pc:sldChg>
      <pc:sldChg chg="addSp modSp add ord">
        <pc:chgData name="Marc Chabot" userId="edf1aaf37886921c" providerId="LiveId" clId="{51FE3978-35EB-419A-921B-FD6AD55E1791}" dt="2025-04-24T00:34:19.359" v="655" actId="14100"/>
        <pc:sldMkLst>
          <pc:docMk/>
          <pc:sldMk cId="2216662309" sldId="281"/>
        </pc:sldMkLst>
        <pc:picChg chg="add mod">
          <ac:chgData name="Marc Chabot" userId="edf1aaf37886921c" providerId="LiveId" clId="{51FE3978-35EB-419A-921B-FD6AD55E1791}" dt="2025-04-24T00:34:03.413" v="651" actId="1076"/>
          <ac:picMkLst>
            <pc:docMk/>
            <pc:sldMk cId="2216662309" sldId="281"/>
            <ac:picMk id="6146" creationId="{210B42E7-A224-4D48-0026-D7787153C785}"/>
          </ac:picMkLst>
        </pc:picChg>
        <pc:picChg chg="add mod">
          <ac:chgData name="Marc Chabot" userId="edf1aaf37886921c" providerId="LiveId" clId="{51FE3978-35EB-419A-921B-FD6AD55E1791}" dt="2025-04-24T00:34:19.359" v="655" actId="14100"/>
          <ac:picMkLst>
            <pc:docMk/>
            <pc:sldMk cId="2216662309" sldId="281"/>
            <ac:picMk id="6148" creationId="{D16E2147-97F4-7842-5C77-8FD0515D7623}"/>
          </ac:picMkLst>
        </pc:picChg>
      </pc:sldChg>
      <pc:sldChg chg="addSp modSp add ord">
        <pc:chgData name="Marc Chabot" userId="edf1aaf37886921c" providerId="LiveId" clId="{51FE3978-35EB-419A-921B-FD6AD55E1791}" dt="2025-04-24T00:34:56.432" v="661" actId="14100"/>
        <pc:sldMkLst>
          <pc:docMk/>
          <pc:sldMk cId="3500118432" sldId="282"/>
        </pc:sldMkLst>
        <pc:picChg chg="add mod">
          <ac:chgData name="Marc Chabot" userId="edf1aaf37886921c" providerId="LiveId" clId="{51FE3978-35EB-419A-921B-FD6AD55E1791}" dt="2025-04-24T00:34:56.432" v="661" actId="14100"/>
          <ac:picMkLst>
            <pc:docMk/>
            <pc:sldMk cId="3500118432" sldId="282"/>
            <ac:picMk id="7170" creationId="{295EE1BD-8D20-547C-AFD4-40279F1C84ED}"/>
          </ac:picMkLst>
        </pc:picChg>
      </pc:sldChg>
      <pc:sldChg chg="addSp modSp add ord">
        <pc:chgData name="Marc Chabot" userId="edf1aaf37886921c" providerId="LiveId" clId="{51FE3978-35EB-419A-921B-FD6AD55E1791}" dt="2025-04-24T00:35:20.096" v="667" actId="14100"/>
        <pc:sldMkLst>
          <pc:docMk/>
          <pc:sldMk cId="232399478" sldId="283"/>
        </pc:sldMkLst>
        <pc:picChg chg="add mod">
          <ac:chgData name="Marc Chabot" userId="edf1aaf37886921c" providerId="LiveId" clId="{51FE3978-35EB-419A-921B-FD6AD55E1791}" dt="2025-04-24T00:35:20.096" v="667" actId="14100"/>
          <ac:picMkLst>
            <pc:docMk/>
            <pc:sldMk cId="232399478" sldId="283"/>
            <ac:picMk id="8194" creationId="{37457DB7-5D4C-FDF1-22B2-23B1A0CAC960}"/>
          </ac:picMkLst>
        </pc:picChg>
      </pc:sldChg>
      <pc:sldChg chg="addSp modSp add ord">
        <pc:chgData name="Marc Chabot" userId="edf1aaf37886921c" providerId="LiveId" clId="{51FE3978-35EB-419A-921B-FD6AD55E1791}" dt="2025-04-24T00:35:43.843" v="674" actId="1076"/>
        <pc:sldMkLst>
          <pc:docMk/>
          <pc:sldMk cId="544960094" sldId="284"/>
        </pc:sldMkLst>
        <pc:picChg chg="add mod">
          <ac:chgData name="Marc Chabot" userId="edf1aaf37886921c" providerId="LiveId" clId="{51FE3978-35EB-419A-921B-FD6AD55E1791}" dt="2025-04-24T00:35:43.843" v="674" actId="1076"/>
          <ac:picMkLst>
            <pc:docMk/>
            <pc:sldMk cId="544960094" sldId="284"/>
            <ac:picMk id="9218" creationId="{64E4AD0A-40B7-0729-D1DB-07D67A8D4DA9}"/>
          </ac:picMkLst>
        </pc:picChg>
      </pc:sldChg>
      <pc:sldChg chg="addSp modSp add ord">
        <pc:chgData name="Marc Chabot" userId="edf1aaf37886921c" providerId="LiveId" clId="{51FE3978-35EB-419A-921B-FD6AD55E1791}" dt="2025-04-24T00:36:20.010" v="680" actId="14100"/>
        <pc:sldMkLst>
          <pc:docMk/>
          <pc:sldMk cId="464002302" sldId="285"/>
        </pc:sldMkLst>
        <pc:picChg chg="add mod">
          <ac:chgData name="Marc Chabot" userId="edf1aaf37886921c" providerId="LiveId" clId="{51FE3978-35EB-419A-921B-FD6AD55E1791}" dt="2025-04-24T00:36:20.010" v="680" actId="14100"/>
          <ac:picMkLst>
            <pc:docMk/>
            <pc:sldMk cId="464002302" sldId="285"/>
            <ac:picMk id="10242" creationId="{89E5F84D-E50B-E1A1-B18D-3D108A9FDD52}"/>
          </ac:picMkLst>
        </pc:picChg>
      </pc:sldChg>
      <pc:sldChg chg="addSp add ord">
        <pc:chgData name="Marc Chabot" userId="edf1aaf37886921c" providerId="LiveId" clId="{51FE3978-35EB-419A-921B-FD6AD55E1791}" dt="2025-04-24T00:37:56.232" v="684"/>
        <pc:sldMkLst>
          <pc:docMk/>
          <pc:sldMk cId="3827756398" sldId="286"/>
        </pc:sldMkLst>
        <pc:picChg chg="add">
          <ac:chgData name="Marc Chabot" userId="edf1aaf37886921c" providerId="LiveId" clId="{51FE3978-35EB-419A-921B-FD6AD55E1791}" dt="2025-04-24T00:37:56.232" v="684"/>
          <ac:picMkLst>
            <pc:docMk/>
            <pc:sldMk cId="3827756398" sldId="286"/>
            <ac:picMk id="11266" creationId="{14C79985-21CF-7E6F-5772-06FDDC98857D}"/>
          </ac:picMkLst>
        </pc:picChg>
      </pc:sldChg>
      <pc:sldChg chg="addSp modSp add ord">
        <pc:chgData name="Marc Chabot" userId="edf1aaf37886921c" providerId="LiveId" clId="{51FE3978-35EB-419A-921B-FD6AD55E1791}" dt="2025-04-24T00:38:42.458" v="690" actId="14100"/>
        <pc:sldMkLst>
          <pc:docMk/>
          <pc:sldMk cId="3609433478" sldId="287"/>
        </pc:sldMkLst>
        <pc:picChg chg="add mod">
          <ac:chgData name="Marc Chabot" userId="edf1aaf37886921c" providerId="LiveId" clId="{51FE3978-35EB-419A-921B-FD6AD55E1791}" dt="2025-04-24T00:38:42.458" v="690" actId="14100"/>
          <ac:picMkLst>
            <pc:docMk/>
            <pc:sldMk cId="3609433478" sldId="287"/>
            <ac:picMk id="12290" creationId="{C856C3B3-8C22-22E3-7AF3-E9F214D004AB}"/>
          </ac:picMkLst>
        </pc:picChg>
      </pc:sldChg>
      <pc:sldChg chg="addSp modSp add ord">
        <pc:chgData name="Marc Chabot" userId="edf1aaf37886921c" providerId="LiveId" clId="{51FE3978-35EB-419A-921B-FD6AD55E1791}" dt="2025-04-24T00:39:03.309" v="696" actId="14100"/>
        <pc:sldMkLst>
          <pc:docMk/>
          <pc:sldMk cId="581289437" sldId="288"/>
        </pc:sldMkLst>
        <pc:picChg chg="add mod">
          <ac:chgData name="Marc Chabot" userId="edf1aaf37886921c" providerId="LiveId" clId="{51FE3978-35EB-419A-921B-FD6AD55E1791}" dt="2025-04-24T00:39:03.309" v="696" actId="14100"/>
          <ac:picMkLst>
            <pc:docMk/>
            <pc:sldMk cId="581289437" sldId="288"/>
            <ac:picMk id="13314" creationId="{6FBAB65D-C720-E662-44A4-8922D12B5355}"/>
          </ac:picMkLst>
        </pc:picChg>
      </pc:sldChg>
      <pc:sldChg chg="modSp add mod ord">
        <pc:chgData name="Marc Chabot" userId="edf1aaf37886921c" providerId="LiveId" clId="{51FE3978-35EB-419A-921B-FD6AD55E1791}" dt="2025-05-01T19:31:03.773" v="1482" actId="20577"/>
        <pc:sldMkLst>
          <pc:docMk/>
          <pc:sldMk cId="3196721530" sldId="289"/>
        </pc:sldMkLst>
        <pc:spChg chg="mod">
          <ac:chgData name="Marc Chabot" userId="edf1aaf37886921c" providerId="LiveId" clId="{51FE3978-35EB-419A-921B-FD6AD55E1791}" dt="2025-04-24T00:41:30.988" v="808" actId="20577"/>
          <ac:spMkLst>
            <pc:docMk/>
            <pc:sldMk cId="3196721530" sldId="289"/>
            <ac:spMk id="2" creationId="{3F3AF033-331F-8568-CFDC-03D6719DFCDB}"/>
          </ac:spMkLst>
        </pc:spChg>
        <pc:spChg chg="mod">
          <ac:chgData name="Marc Chabot" userId="edf1aaf37886921c" providerId="LiveId" clId="{51FE3978-35EB-419A-921B-FD6AD55E1791}" dt="2025-05-01T19:31:03.773" v="1482" actId="20577"/>
          <ac:spMkLst>
            <pc:docMk/>
            <pc:sldMk cId="3196721530" sldId="289"/>
            <ac:spMk id="3" creationId="{EE59B68B-CB92-A15C-2E12-C0163D61EAAD}"/>
          </ac:spMkLst>
        </pc:spChg>
      </pc:sldChg>
      <pc:sldChg chg="modSp add mod ord">
        <pc:chgData name="Marc Chabot" userId="edf1aaf37886921c" providerId="LiveId" clId="{51FE3978-35EB-419A-921B-FD6AD55E1791}" dt="2025-04-24T00:39:48.082" v="754"/>
        <pc:sldMkLst>
          <pc:docMk/>
          <pc:sldMk cId="3438066592" sldId="290"/>
        </pc:sldMkLst>
        <pc:spChg chg="mod">
          <ac:chgData name="Marc Chabot" userId="edf1aaf37886921c" providerId="LiveId" clId="{51FE3978-35EB-419A-921B-FD6AD55E1791}" dt="2025-04-24T00:39:35.852" v="720" actId="20577"/>
          <ac:spMkLst>
            <pc:docMk/>
            <pc:sldMk cId="3438066592" sldId="290"/>
            <ac:spMk id="6" creationId="{A2178FC0-DD26-5696-8CA1-3AADB426D029}"/>
          </ac:spMkLst>
        </pc:spChg>
        <pc:spChg chg="mod">
          <ac:chgData name="Marc Chabot" userId="edf1aaf37886921c" providerId="LiveId" clId="{51FE3978-35EB-419A-921B-FD6AD55E1791}" dt="2025-04-24T00:39:44.036" v="752" actId="20577"/>
          <ac:spMkLst>
            <pc:docMk/>
            <pc:sldMk cId="3438066592" sldId="290"/>
            <ac:spMk id="7" creationId="{9B246431-58D4-BEC6-5C77-87F4FB88217B}"/>
          </ac:spMkLst>
        </pc:spChg>
      </pc:sldChg>
      <pc:sldChg chg="modSp add mod ord">
        <pc:chgData name="Marc Chabot" userId="edf1aaf37886921c" providerId="LiveId" clId="{51FE3978-35EB-419A-921B-FD6AD55E1791}" dt="2025-04-24T00:45:11.331" v="1012" actId="20577"/>
        <pc:sldMkLst>
          <pc:docMk/>
          <pc:sldMk cId="1612724095" sldId="291"/>
        </pc:sldMkLst>
        <pc:spChg chg="mod">
          <ac:chgData name="Marc Chabot" userId="edf1aaf37886921c" providerId="LiveId" clId="{51FE3978-35EB-419A-921B-FD6AD55E1791}" dt="2025-04-24T00:45:11.331" v="1012" actId="20577"/>
          <ac:spMkLst>
            <pc:docMk/>
            <pc:sldMk cId="1612724095" sldId="291"/>
            <ac:spMk id="6" creationId="{723786D7-C1D2-3AAB-51DF-743C4C9024A2}"/>
          </ac:spMkLst>
        </pc:spChg>
      </pc:sldChg>
      <pc:sldChg chg="modSp add mod ord">
        <pc:chgData name="Marc Chabot" userId="edf1aaf37886921c" providerId="LiveId" clId="{51FE3978-35EB-419A-921B-FD6AD55E1791}" dt="2025-05-01T19:32:16.675" v="1752" actId="20577"/>
        <pc:sldMkLst>
          <pc:docMk/>
          <pc:sldMk cId="1220714265" sldId="292"/>
        </pc:sldMkLst>
        <pc:spChg chg="mod">
          <ac:chgData name="Marc Chabot" userId="edf1aaf37886921c" providerId="LiveId" clId="{51FE3978-35EB-419A-921B-FD6AD55E1791}" dt="2025-04-24T00:41:42.591" v="822" actId="20577"/>
          <ac:spMkLst>
            <pc:docMk/>
            <pc:sldMk cId="1220714265" sldId="292"/>
            <ac:spMk id="2" creationId="{15B4D5F4-85D4-B470-51DC-547969E1CBAE}"/>
          </ac:spMkLst>
        </pc:spChg>
        <pc:spChg chg="mod">
          <ac:chgData name="Marc Chabot" userId="edf1aaf37886921c" providerId="LiveId" clId="{51FE3978-35EB-419A-921B-FD6AD55E1791}" dt="2025-05-01T19:32:16.675" v="1752" actId="20577"/>
          <ac:spMkLst>
            <pc:docMk/>
            <pc:sldMk cId="1220714265" sldId="292"/>
            <ac:spMk id="3" creationId="{0542094B-E5DB-799A-BBD7-E84BD827B8CB}"/>
          </ac:spMkLst>
        </pc:spChg>
      </pc:sldChg>
      <pc:sldChg chg="modSp add mod ord">
        <pc:chgData name="Marc Chabot" userId="edf1aaf37886921c" providerId="LiveId" clId="{51FE3978-35EB-419A-921B-FD6AD55E1791}" dt="2025-04-24T00:44:24.950" v="985" actId="20577"/>
        <pc:sldMkLst>
          <pc:docMk/>
          <pc:sldMk cId="3848205463" sldId="293"/>
        </pc:sldMkLst>
        <pc:spChg chg="mod">
          <ac:chgData name="Marc Chabot" userId="edf1aaf37886921c" providerId="LiveId" clId="{51FE3978-35EB-419A-921B-FD6AD55E1791}" dt="2025-04-24T00:41:53.748" v="840" actId="20577"/>
          <ac:spMkLst>
            <pc:docMk/>
            <pc:sldMk cId="3848205463" sldId="293"/>
            <ac:spMk id="2" creationId="{B15ECBCF-B33D-C68B-CB43-79446641FF48}"/>
          </ac:spMkLst>
        </pc:spChg>
        <pc:spChg chg="mod">
          <ac:chgData name="Marc Chabot" userId="edf1aaf37886921c" providerId="LiveId" clId="{51FE3978-35EB-419A-921B-FD6AD55E1791}" dt="2025-04-24T00:44:24.950" v="985" actId="20577"/>
          <ac:spMkLst>
            <pc:docMk/>
            <pc:sldMk cId="3848205463" sldId="293"/>
            <ac:spMk id="3" creationId="{ADD7DCD8-8CF0-BC7C-31EE-276769615161}"/>
          </ac:spMkLst>
        </pc:spChg>
      </pc:sldChg>
      <pc:sldChg chg="modSp add mod ord">
        <pc:chgData name="Marc Chabot" userId="edf1aaf37886921c" providerId="LiveId" clId="{51FE3978-35EB-419A-921B-FD6AD55E1791}" dt="2025-04-24T00:46:07.982" v="1143" actId="20577"/>
        <pc:sldMkLst>
          <pc:docMk/>
          <pc:sldMk cId="4098021696" sldId="294"/>
        </pc:sldMkLst>
        <pc:spChg chg="mod">
          <ac:chgData name="Marc Chabot" userId="edf1aaf37886921c" providerId="LiveId" clId="{51FE3978-35EB-419A-921B-FD6AD55E1791}" dt="2025-04-24T00:45:25.889" v="1032" actId="20577"/>
          <ac:spMkLst>
            <pc:docMk/>
            <pc:sldMk cId="4098021696" sldId="294"/>
            <ac:spMk id="2" creationId="{E2352FB5-1471-8569-4FAE-5392051D6E8A}"/>
          </ac:spMkLst>
        </pc:spChg>
        <pc:spChg chg="mod">
          <ac:chgData name="Marc Chabot" userId="edf1aaf37886921c" providerId="LiveId" clId="{51FE3978-35EB-419A-921B-FD6AD55E1791}" dt="2025-04-24T00:46:07.982" v="1143" actId="20577"/>
          <ac:spMkLst>
            <pc:docMk/>
            <pc:sldMk cId="4098021696" sldId="294"/>
            <ac:spMk id="3" creationId="{FAACAD32-8AC4-58AD-8091-91EEA536E42F}"/>
          </ac:spMkLst>
        </pc:spChg>
      </pc:sldChg>
      <pc:sldChg chg="add mod modShow">
        <pc:chgData name="Marc Chabot" userId="edf1aaf37886921c" providerId="LiveId" clId="{51FE3978-35EB-419A-921B-FD6AD55E1791}" dt="2025-05-01T19:36:11.062" v="1754" actId="729"/>
        <pc:sldMkLst>
          <pc:docMk/>
          <pc:sldMk cId="4115207210" sldId="295"/>
        </pc:sldMkLst>
      </pc:sldChg>
      <pc:sldChg chg="add mod modShow">
        <pc:chgData name="Marc Chabot" userId="edf1aaf37886921c" providerId="LiveId" clId="{51FE3978-35EB-419A-921B-FD6AD55E1791}" dt="2025-05-01T19:36:11.062" v="1754" actId="729"/>
        <pc:sldMkLst>
          <pc:docMk/>
          <pc:sldMk cId="1466894914" sldId="296"/>
        </pc:sldMkLst>
      </pc:sldChg>
      <pc:sldChg chg="add">
        <pc:chgData name="Marc Chabot" userId="edf1aaf37886921c" providerId="LiveId" clId="{51FE3978-35EB-419A-921B-FD6AD55E1791}" dt="2025-05-01T19:36:02.472" v="1753"/>
        <pc:sldMkLst>
          <pc:docMk/>
          <pc:sldMk cId="323286069" sldId="2147482255"/>
        </pc:sldMkLst>
      </pc:sldChg>
      <pc:sldChg chg="add">
        <pc:chgData name="Marc Chabot" userId="edf1aaf37886921c" providerId="LiveId" clId="{51FE3978-35EB-419A-921B-FD6AD55E1791}" dt="2025-05-01T19:36:02.472" v="1753"/>
        <pc:sldMkLst>
          <pc:docMk/>
          <pc:sldMk cId="3569495937" sldId="2147482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B42D2-6BC8-563A-C56E-B329D368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8BF6-01FC-9348-9269-F8C9F2B4B1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DFE-FC81-1F4E-BCB7-DF8EC2A052B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0B157-394F-5507-A265-87FDFC4373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C0D8-75EF-B9E3-82C9-E8F70A0C8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91B4-FC28-EE41-BBC7-727500703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66D5D-2C6D-4AC8-890E-B35C615F5628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794B9-711C-4FAE-9266-52B5947F3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4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592B-CC2D-483B-B3F1-EB64648E0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6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592B-CC2D-483B-B3F1-EB64648E0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6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going to need some Azure Subscription. A pay as you go is a good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03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79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4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49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9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36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C20B-6DCA-4F51-A115-69A61F50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84C35-2F84-E84D-2068-78434ED69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29789-3A35-EFC5-A3C5-0792C0B9D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1B69E-162E-9D35-7D4C-CFD08935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72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8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10A7-3991-7AEF-3AFC-44B903F3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34A26-A2F5-2E02-2A3D-AFEB8CEF1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7D2E4-01DF-CD89-2FC7-2DBA7D38B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EF24B-68C1-2E96-BCCF-8070D1A89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0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F833-CCE1-8BAC-24ED-392CDACA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8B152-B7BF-AB8C-3913-C965ED44C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5AABF-473C-680F-8C71-AF8F10435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C436-BA2C-491F-9711-0803EA19A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94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592B-CC2D-483B-B3F1-EB64648E04E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59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592B-CC2D-483B-B3F1-EB64648E04E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37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A2EA-B54D-8F66-7495-362173B7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1F69F-BB60-2CB8-A8F9-95D7E90D0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FF984-CC7B-F662-3B89-C4360B508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7D4FF-C170-B50E-AA11-24C2FB26E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794B9-711C-4FAE-9266-52B5947F3A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1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dynamicsusergroup.com/meetup/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A6A17DE0-09F0-905B-2A99-2ACA74706A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5072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2" name="Rectangle 11">
            <a:hlinkClick r:id="rId4"/>
            <a:extLst>
              <a:ext uri="{FF2B5EF4-FFF2-40B4-BE49-F238E27FC236}">
                <a16:creationId xmlns:a16="http://schemas.microsoft.com/office/drawing/2014/main" id="{AC24F5B6-812D-08EF-8CE0-65BFE802CA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C7E2F-CBB6-3DA8-328B-93B2C3D314FE}"/>
              </a:ext>
            </a:extLst>
          </p:cNvPr>
          <p:cNvSpPr txBox="1"/>
          <p:nvPr userDrawn="1"/>
        </p:nvSpPr>
        <p:spPr>
          <a:xfrm>
            <a:off x="284086" y="82112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19" name="Picture 18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404A3745-F99F-76E5-CB7B-90B1718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7" y="6104272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0932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23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008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653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971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72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940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77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0257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7547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674080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674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6697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3015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202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29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0075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8253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7426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176-A085-BE68-4331-7CBE68466CB5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95AD5-74DA-527A-BB3D-477FF0F400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567AFE4A-D64A-7E7A-9802-F97DE19BB5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918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CF1B06-DB24-F92F-0B03-57E4534D5E9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DA749C38-CA41-6B2A-0E9D-C5E9193F2D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14" y="88069"/>
            <a:ext cx="280715" cy="2807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08586B-8C89-8043-8BFC-547E06E1F06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31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4BFC8-A8C1-41E7-AF4D-E99F01493EEB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71D18-69BE-364C-AF92-A07B04DD36B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4E16832E-E4F7-3794-698C-D01C1CBE0D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73635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A9AD7-AE83-0564-A147-42877A7644E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66021-E08E-0DB7-2C1B-F99EA29536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C92B9940-1970-389C-7E9F-DC87BE67A2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87848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2D433B-1DF1-DC14-DE45-F7335836C86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7F87-B47E-0D7E-8FC1-F6C13DA4EF33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D3DB8DBF-443A-3938-B5A4-34F94E8625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2257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302C21-FE6B-ED4D-7E14-EDA43DF1D46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94B4D-4207-EB8E-C67A-DE0C372278A2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E0CD3C94-92F3-BF87-E526-7E9C2F7A0D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451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8EC0CF-9CC0-DADE-0389-9E1DF855AB7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E824E-AE3F-8F93-A04A-975D23D36574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B8828D2E-C68E-AE90-6D7E-A3DE9C277A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9345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EFC81-A811-C645-1A5D-9D90A392322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80007-EF42-FAFF-D8CE-48991574BA8C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233238D4-6CE8-1C55-EC59-7EB0706568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0050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251E9-490C-E559-1595-26EE567F8F5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2350-EEEE-7E96-1343-F01C3375484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77A0FB75-3E5C-C419-E9BD-7D8E003D6C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68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8AA6C6-C47F-E4FF-7465-65CC94340252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3F0640-3F18-1996-D8A6-79B0FAE73A21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119CC8FD-C082-8B07-BF8A-76F1F44AF1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4700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54C5-3BE7-F382-F5CC-55B30137C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AD6E-7230-1699-2C6D-6BD9A053D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95-220E-4B8D-4C04-DC47AA5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5AF9-5835-A120-EF43-69BF609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114-85F7-B8F9-63C1-D675BF2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7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EC17-1E6C-4ADB-E888-F497B67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BE92-4F8D-121F-634C-34DFF634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89B3-BDCF-8F73-AA0E-18773DA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02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6D-ADA0-27C3-B9E2-9291737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7435-F10B-8E1E-6D98-80050CBE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7AD3-9037-5DA0-EA14-CF702B6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B34A-2684-0240-49DA-D4ABA19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4CE8-1FFF-C427-70A6-492EB71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62FE7-930E-469C-BEC2-DBC6F20C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4F729-721F-B847-FC72-F070BF0F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7B801-C62C-DC21-CEE3-6BC05164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942-E792-3F18-CD95-0068ADA8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87F5-DCB7-C12D-1D78-3DD61666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DD7B-83FF-D479-BA60-834431EA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E187-5ABF-09AC-431C-4585C29A3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09AE0-A0D5-016A-5609-F3E36C4D2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A71CA-02D1-13CE-A9A5-3AF7114A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0B4B9-9CB5-8F22-BF83-467ABD80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ECD-0B1C-AF4E-AFD4-B5EA4D22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7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803E-F897-C2F3-11C5-DCA21435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11978-CCE2-C896-0491-88678BE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7808-5FD6-2918-C996-35AF03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63D5-E709-647D-B819-BFB7E9EF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6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E9ED-0BC0-7550-77F3-77939C2A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D737-510C-0BFD-99B1-E53FF27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7269-C1DB-7EBB-11CB-4BE1C035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3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82B0-C5DB-93ED-BD5B-57996E35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D74-72D4-FBD3-7695-003F2122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6B0D-CED2-B023-3860-B5CA4E6B4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7A94-7B26-5124-C1A4-E27C04DA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A537-5E76-23F4-C988-E8C7D13A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FEE2-745E-F7A6-1759-CCD63834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31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BBBB-5716-F225-7444-60EEDFC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09DF-4F48-6973-7A26-627298EB6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CD1F-BFAA-75B7-B8DE-FDAD69F3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5E751-F3B3-1EFC-6192-30683F4B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C6AA-4C3C-AAA3-0804-064AD45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C2174-9436-FA9A-F52F-C58BBA9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81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A18-14CB-1F3A-678E-1F6ED09C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03C19-82A3-123F-1F4B-C89A7974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ACC8-7A3D-1FF6-895A-54BC71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2DEB-0E3C-9DA3-82C8-59C9BED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F01A-5DCB-CF44-833E-6F3736BF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8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356EF-F2AC-DBF3-B062-D61E591FB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4AC8-4F81-D357-7CEE-98995459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BF8E-DD4E-6EA6-2AF3-A4670619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F7CE-4128-8148-287E-F2D5F3D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16D1-CC69-1602-20B9-44064F83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3C38-32C5-9BC1-6C49-9169AF97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0AAA-333E-DA3A-6C12-933993DE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A89C-96B6-3A80-637C-7FF667F0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B5D9-4FE5-4B46-9656-E11353272EB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73EA-7A1A-0479-55A8-B489912D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B69-3D01-1F97-4E7A-E62D96AFD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5" r:id="rId6"/>
    <p:sldLayoutId id="2147483667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60" r:id="rId31"/>
    <p:sldLayoutId id="2147483661" r:id="rId32"/>
    <p:sldLayoutId id="2147483651" r:id="rId33"/>
    <p:sldLayoutId id="2147483662" r:id="rId34"/>
    <p:sldLayoutId id="2147483653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4A6DBE-7B6A-644B-C539-AAF0599C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Copilot Development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2499B3-74B9-057A-5580-BC3C1B052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118015"/>
            <a:ext cx="10515600" cy="1500187"/>
          </a:xfrm>
        </p:spPr>
        <p:txBody>
          <a:bodyPr/>
          <a:lstStyle/>
          <a:p>
            <a:r>
              <a:rPr lang="en-US" dirty="0"/>
              <a:t>Creating our first Copilot in Business Central</a:t>
            </a:r>
          </a:p>
        </p:txBody>
      </p:sp>
    </p:spTree>
    <p:extLst>
      <p:ext uri="{BB962C8B-B14F-4D97-AF65-F5344CB8AC3E}">
        <p14:creationId xmlns:p14="http://schemas.microsoft.com/office/powerpoint/2010/main" val="162292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85A222F-2BF7-8FFE-1675-7FB8D1574450}"/>
              </a:ext>
            </a:extLst>
          </p:cNvPr>
          <p:cNvSpPr/>
          <p:nvPr/>
        </p:nvSpPr>
        <p:spPr bwMode="auto">
          <a:xfrm>
            <a:off x="5104453" y="1636834"/>
            <a:ext cx="1924050" cy="199742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24CF5-6477-E304-BE65-711BA72A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Speaker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3205FA26-9B9B-5D30-C118-C61995D22421}"/>
              </a:ext>
            </a:extLst>
          </p:cNvPr>
          <p:cNvGrpSpPr>
            <a:grpSpLocks noChangeAspect="1"/>
          </p:cNvGrpSpPr>
          <p:nvPr/>
        </p:nvGrpSpPr>
        <p:grpSpPr>
          <a:xfrm>
            <a:off x="5168069" y="1636834"/>
            <a:ext cx="1860434" cy="1860427"/>
            <a:chOff x="0" y="0"/>
            <a:chExt cx="6350000" cy="6349974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10E40F98-44E9-DA82-8A24-ADB517580689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8943" b="-8943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50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24531F3-E1FE-680A-B08E-7C8471DD2D68}"/>
              </a:ext>
            </a:extLst>
          </p:cNvPr>
          <p:cNvSpPr txBox="1">
            <a:spLocks/>
          </p:cNvSpPr>
          <p:nvPr/>
        </p:nvSpPr>
        <p:spPr>
          <a:xfrm>
            <a:off x="3578541" y="3634256"/>
            <a:ext cx="5034918" cy="1208525"/>
          </a:xfrm>
          <a:prstGeom prst="rect">
            <a:avLst/>
          </a:prstGeom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+mj-lt"/>
              </a:rPr>
              <a:t>Marcel Chabot</a:t>
            </a:r>
          </a:p>
          <a:p>
            <a:pPr marL="0" indent="0" algn="ctr">
              <a:buNone/>
            </a:pPr>
            <a:r>
              <a:rPr lang="en-US" sz="2400" dirty="0"/>
              <a:t>Software Development Practice Manager</a:t>
            </a:r>
          </a:p>
          <a:p>
            <a:pPr marL="0" indent="0" algn="ctr">
              <a:buNone/>
            </a:pPr>
            <a:r>
              <a:rPr lang="en-US" sz="2400" dirty="0"/>
              <a:t>A life-long software developer and “maker”, Marcel brings experience and a unique approach to complex problems and solutions in D365</a:t>
            </a:r>
          </a:p>
        </p:txBody>
      </p:sp>
      <p:pic>
        <p:nvPicPr>
          <p:cNvPr id="9" name="Picture 8" descr="A blue and white rectangular sign with white text&#10;&#10;AI-generated content may be incorrect.">
            <a:extLst>
              <a:ext uri="{FF2B5EF4-FFF2-40B4-BE49-F238E27FC236}">
                <a16:creationId xmlns:a16="http://schemas.microsoft.com/office/drawing/2014/main" id="{9C912EC4-CE0E-7B9D-D960-BBBA70A10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255" y="4151393"/>
            <a:ext cx="1354651" cy="214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8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D8DA2-5080-6C76-82C6-5E31EBCA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76D5-1E00-840D-3FCA-AE13CF58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ABF0-9DFE-68B9-F903-838EB32AA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AI Capacity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Azure AI Resource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Configure resource</a:t>
            </a: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Business Central AL Code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Securely store AI Credentials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user interface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Interact with AI processor</a:t>
            </a: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Talk about prompt management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System prompt</a:t>
            </a:r>
          </a:p>
          <a:p>
            <a:pPr lvl="1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 prompt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4A6DBE-7B6A-644B-C539-AAF0599C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Azure Resource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2499B3-74B9-057A-5580-BC3C1B052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92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4CF5-6477-E304-BE65-711BA72A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E2AA-3632-4CD3-AE3E-7568CACF4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EC061A-5C17-B349-5F6D-CE59327AE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939416"/>
            <a:ext cx="10607945" cy="261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43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121E-7EE6-5E4A-299C-B9472444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48B8-0D3E-330E-3BC7-BA3025E4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FC16-7F5E-A317-ADC9-B5910C55A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49178F-8273-7BA2-C167-07DE95C28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39417"/>
            <a:ext cx="10520540" cy="411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88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A74D-A765-4B4B-3ACB-3E1A3F31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4AB0-7A0D-214C-AB0C-A2325AA6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82C5-C3AA-98FF-1F7A-CC517E2BA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0B950A2-567E-A126-B149-065938FCF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10004"/>
            <a:ext cx="10513157" cy="522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40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94E2-86A7-D810-F41E-3DF1B7DC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51EC-78F1-60AD-E6D3-7FC85BEA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7226-F5DB-0C13-B2D3-071C6BC1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28B31CE-EDED-7C9F-D310-3D23693B0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01" y="365769"/>
            <a:ext cx="5896720" cy="61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3B3045D-7749-D157-067C-673A22C3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648" y="374704"/>
            <a:ext cx="5644031" cy="61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28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3B17-D1D7-A0CC-9C29-5A9865DD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1DA7-A29A-EB89-D546-728DE19D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5D08A-4617-AC80-D8FC-9B7D162B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0340D74-669A-7818-6AF1-8D1B7E48D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74" y="417512"/>
            <a:ext cx="5445932" cy="590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3143253-2DF5-4EAD-29B4-4D8CF9CD6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132" y="427554"/>
            <a:ext cx="5463936" cy="589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0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F04A-778D-2384-310D-B6D5A4EB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43B3-DB3C-0F49-287E-0F2F7401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1EAC8-A97B-D861-A193-E19EF11F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10B42E7-A224-4D48-0026-D7787153C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08" y="510004"/>
            <a:ext cx="5270592" cy="577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16E2147-97F4-7842-5C77-8FD0515D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03" y="1835566"/>
            <a:ext cx="5638889" cy="303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662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767-C64A-F2E5-AC27-0F547304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0851-8D1E-826D-E0EF-8B157C0F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6E38-A0DD-3CFA-36FA-22E18D4C7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95EE1BD-8D20-547C-AFD4-40279F1C8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55" y="827232"/>
            <a:ext cx="11236290" cy="399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11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F44D-79EE-5AC7-7E19-7CDE27F8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D34A-A77F-0855-F889-3B8967E2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6C92-02AE-3970-42A6-C4C2B67E1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7457DB7-5D4C-FDF1-22B2-23B1A0CAC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0004"/>
            <a:ext cx="10529884" cy="569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9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0B7C-A738-29D6-5341-BFA15F38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E47A-3414-1406-A986-F10C1926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034A-7916-4BE2-BE20-90E41D538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4E4AD0A-40B7-0729-D1DB-07D67A8D4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25" y="451329"/>
            <a:ext cx="8422949" cy="595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960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46999-B6E6-0B8F-E696-61FD8106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DA9D-B458-75EC-2F01-36A5758F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5F544-209E-E70D-EB60-255859EF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9E5F84D-E50B-E1A1-B18D-3D108A9FD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6" y="477504"/>
            <a:ext cx="7706379" cy="587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00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AF00-8D86-7271-E210-BE7B805E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AC59-991B-EF54-A435-8DD2C7EE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C92D-8ADA-0F10-182E-E158BCA22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4C79985-21CF-7E6F-5772-06FDDC988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466725"/>
            <a:ext cx="6172200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756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FAEF-3AB0-A758-77A2-C5D42E51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A987-01F1-14D8-06B4-62139D91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0E31-4875-F9EF-A6A0-1AC3A12F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856C3B3-8C22-22E3-7AF3-E9F214D00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223" y="429400"/>
            <a:ext cx="8186057" cy="592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43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E680-FACE-D60C-2B1B-D621CBAD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B7F4-27A3-5D30-98D9-8FF970B8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CDB4C-AA25-8595-C5B4-B39D483B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Screenshot of the Azure AI Foundry portal displaying the details for an OpenAI deployment, including endpoint information, deployment status, and instructions for authentication using an API key.">
            <a:extLst>
              <a:ext uri="{FF2B5EF4-FFF2-40B4-BE49-F238E27FC236}">
                <a16:creationId xmlns:a16="http://schemas.microsoft.com/office/drawing/2014/main" id="{6FBAB65D-C720-E662-44A4-8922D12B5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846" y="421490"/>
            <a:ext cx="8325394" cy="595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289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7453D-D9E7-18D4-4087-07E4B415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78FC0-DD26-5696-8CA1-3AADB426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 Code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246431-58D4-BEC6-5C77-87F4FB882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 with Azure, on to the Code!</a:t>
            </a:r>
          </a:p>
        </p:txBody>
      </p:sp>
    </p:spTree>
    <p:extLst>
      <p:ext uri="{BB962C8B-B14F-4D97-AF65-F5344CB8AC3E}">
        <p14:creationId xmlns:p14="http://schemas.microsoft.com/office/powerpoint/2010/main" val="3438066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684B-9B07-8792-B9EA-D8E33CD1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3786D7-C1D2-3AAB-51DF-743C4C90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 Best Practices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2EA14C-3761-F8C2-D948-92A3ED669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2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EFF5-F0BE-44A6-0F88-24133B72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2FB5-1471-8569-4FAE-5392051D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Do’s and Don’ts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CAD32-8AC4-58AD-8091-91EEA536E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user informed when AI is in </a:t>
            </a:r>
            <a:r>
              <a:rPr lang="en-US"/>
              <a:t>use.</a:t>
            </a:r>
          </a:p>
          <a:p>
            <a:endParaRPr lang="en-US" dirty="0"/>
          </a:p>
          <a:p>
            <a:r>
              <a:rPr lang="en-US" dirty="0"/>
              <a:t>Don’t act without permission.</a:t>
            </a:r>
          </a:p>
          <a:p>
            <a:endParaRPr lang="en-US" dirty="0"/>
          </a:p>
          <a:p>
            <a:r>
              <a:rPr lang="en-US" dirty="0"/>
              <a:t>Allow users to review ALL 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2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21CD-00BB-E953-30BD-AC709A45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3E81A2-E1CD-54DD-E951-F787F58B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Management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19CBE8-4E0C-8578-D57D-EF0D45A7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2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09F9-69C3-DDE7-CD80-2DC30E2F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F033-331F-8568-CFDC-03D6719D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B68B-CB92-A15C-2E12-C0163D61E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Configures the GPT system as to it’s expectations.</a:t>
            </a:r>
          </a:p>
          <a:p>
            <a:r>
              <a:rPr lang="en-US" dirty="0"/>
              <a:t>Define the roll as if it was a person.</a:t>
            </a:r>
          </a:p>
          <a:p>
            <a:pPr lvl="1"/>
            <a:r>
              <a:rPr lang="en-US" dirty="0"/>
              <a:t>Define as a storyteller for creative answers.</a:t>
            </a:r>
          </a:p>
          <a:p>
            <a:pPr lvl="1"/>
            <a:r>
              <a:rPr lang="en-US" dirty="0"/>
              <a:t>Define as an engineer for math.</a:t>
            </a:r>
          </a:p>
          <a:p>
            <a:r>
              <a:rPr lang="en-US" dirty="0"/>
              <a:t>Define output rules.</a:t>
            </a:r>
          </a:p>
          <a:p>
            <a:pPr lvl="1"/>
            <a:r>
              <a:rPr lang="en-US" dirty="0"/>
              <a:t>As JSON with a template.</a:t>
            </a:r>
          </a:p>
          <a:p>
            <a:r>
              <a:rPr lang="en-US" dirty="0"/>
              <a:t>This highly impacts the output expectations.</a:t>
            </a:r>
          </a:p>
        </p:txBody>
      </p:sp>
    </p:spTree>
    <p:extLst>
      <p:ext uri="{BB962C8B-B14F-4D97-AF65-F5344CB8AC3E}">
        <p14:creationId xmlns:p14="http://schemas.microsoft.com/office/powerpoint/2010/main" val="3196721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1108-D43E-CF1C-6EF3-5F118323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D5F4-85D4-B470-51DC-547969E1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094B-E5DB-799A-BBD7-E84BD827B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the working data for the GPT system.</a:t>
            </a:r>
          </a:p>
          <a:p>
            <a:endParaRPr lang="en-US" dirty="0"/>
          </a:p>
          <a:p>
            <a:r>
              <a:rPr lang="en-US" dirty="0"/>
              <a:t>Can be embellished with additional data from the system.</a:t>
            </a:r>
          </a:p>
          <a:p>
            <a:pPr lvl="1"/>
            <a:r>
              <a:rPr lang="en-US" dirty="0"/>
              <a:t>Data from the sourcing record.</a:t>
            </a:r>
          </a:p>
          <a:p>
            <a:pPr lvl="1"/>
            <a:endParaRPr lang="en-US" dirty="0"/>
          </a:p>
          <a:p>
            <a:r>
              <a:rPr lang="en-US" dirty="0"/>
              <a:t>The user should be guided to enter good data.</a:t>
            </a:r>
          </a:p>
        </p:txBody>
      </p:sp>
    </p:spTree>
    <p:extLst>
      <p:ext uri="{BB962C8B-B14F-4D97-AF65-F5344CB8AC3E}">
        <p14:creationId xmlns:p14="http://schemas.microsoft.com/office/powerpoint/2010/main" val="1220714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4484-F027-750A-59C7-DA5F78C6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CBCF-B33D-C68B-CB43-79446641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7DCD8-8CF0-BC7C-31EE-276769615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 = Money</a:t>
            </a:r>
          </a:p>
          <a:p>
            <a:pPr lvl="1"/>
            <a:r>
              <a:rPr lang="en-US" dirty="0"/>
              <a:t>4 characters </a:t>
            </a:r>
            <a:r>
              <a:rPr lang="en-US" dirty="0" err="1"/>
              <a:t>ish</a:t>
            </a:r>
            <a:endParaRPr lang="en-US" dirty="0"/>
          </a:p>
          <a:p>
            <a:pPr lvl="1"/>
            <a:r>
              <a:rPr lang="en-US" dirty="0"/>
              <a:t>¾ of a word</a:t>
            </a:r>
          </a:p>
          <a:p>
            <a:pPr lvl="1"/>
            <a:r>
              <a:rPr lang="en-US" dirty="0"/>
              <a:t>100 tokens = 75 words</a:t>
            </a:r>
          </a:p>
          <a:p>
            <a:r>
              <a:rPr lang="en-US" dirty="0"/>
              <a:t>Don’t lose your API key!</a:t>
            </a:r>
          </a:p>
        </p:txBody>
      </p:sp>
    </p:spTree>
    <p:extLst>
      <p:ext uri="{BB962C8B-B14F-4D97-AF65-F5344CB8AC3E}">
        <p14:creationId xmlns:p14="http://schemas.microsoft.com/office/powerpoint/2010/main" val="3848205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C648-B916-7A0D-1B4A-8FF4F7CD0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CB50925-2C84-A3B9-AAFB-AE33E3EE7212}"/>
              </a:ext>
            </a:extLst>
          </p:cNvPr>
          <p:cNvSpPr txBox="1">
            <a:spLocks/>
          </p:cNvSpPr>
          <p:nvPr/>
        </p:nvSpPr>
        <p:spPr>
          <a:xfrm>
            <a:off x="4407317" y="2630387"/>
            <a:ext cx="3221037" cy="1208525"/>
          </a:xfrm>
          <a:prstGeom prst="rect">
            <a:avLst/>
          </a:prstGeom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Marcel Chabot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Software Development Practice Manager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The TM Group, Inc.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Mad Scientist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chemeClr val="tx1"/>
                </a:solidFill>
              </a:rPr>
              <a:t>AardvarkLab.Blog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69DB54-2546-5101-E159-3167E531E1BC}"/>
              </a:ext>
            </a:extLst>
          </p:cNvPr>
          <p:cNvSpPr/>
          <p:nvPr/>
        </p:nvSpPr>
        <p:spPr bwMode="auto">
          <a:xfrm>
            <a:off x="5055810" y="540489"/>
            <a:ext cx="1924050" cy="199742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1" name="Group 25">
            <a:extLst>
              <a:ext uri="{FF2B5EF4-FFF2-40B4-BE49-F238E27FC236}">
                <a16:creationId xmlns:a16="http://schemas.microsoft.com/office/drawing/2014/main" id="{999C5552-E006-2CA9-4874-748FF25DCF27}"/>
              </a:ext>
            </a:extLst>
          </p:cNvPr>
          <p:cNvGrpSpPr>
            <a:grpSpLocks noChangeAspect="1"/>
          </p:cNvGrpSpPr>
          <p:nvPr/>
        </p:nvGrpSpPr>
        <p:grpSpPr>
          <a:xfrm>
            <a:off x="5124559" y="617558"/>
            <a:ext cx="1860434" cy="1860427"/>
            <a:chOff x="0" y="0"/>
            <a:chExt cx="6350000" cy="6349974"/>
          </a:xfrm>
        </p:grpSpPr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868DB563-A8C0-3558-71F4-6D30F62BE8E7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8943" b="-8943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430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716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002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28800" algn="l" defTabSz="457200" rtl="0" eaLnBrk="1" latinLnBrk="0" hangingPunct="1"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5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36CD166A-681F-4664-223B-E5512DD9E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00" y="4414387"/>
            <a:ext cx="1917744" cy="191774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BAB45EA-D267-A9EA-4AB4-B3DE3D2747BA}"/>
              </a:ext>
            </a:extLst>
          </p:cNvPr>
          <p:cNvSpPr txBox="1"/>
          <p:nvPr/>
        </p:nvSpPr>
        <p:spPr>
          <a:xfrm rot="19578517">
            <a:off x="468025" y="1747401"/>
            <a:ext cx="4417508" cy="1135916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i="1" dirty="0">
                <a:latin typeface="+mn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328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27F4007-7CAE-8E3B-567D-38B3FE3669D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438D85-DF21-6B0C-B397-65D3C731F30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6A78E1-B3EE-54BA-3645-DBA2658A9FF5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7C742D-F4D6-7FE2-6E63-8EA396F63A4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FE9066-6726-285E-8D67-04C8835A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95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B5B159-A1F4-3265-B4A9-1CA255D8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38B59D-7EDC-4D89-9B67-D5DDC4D3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327D01-BBD4-AC1E-369B-EDB6C5197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7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024FB0-609A-EC2B-95F5-77EED7D1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74F-7764-59D4-F86D-D247FB9E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1B3E-1A59-ED88-F046-1A1017D6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94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E0B08-882E-FBA4-7627-96695BDAC94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1BC88E-6BA2-2EEF-25EB-AA6067493D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1532B4-716E-29AA-B32C-03325ECB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60E4E1-3450-C308-634E-4C004CD2A5BF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A3D2F9-B061-E733-0314-F875046FA5E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77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27F4007-7CAE-8E3B-567D-38B3FE3669D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438D85-DF21-6B0C-B397-65D3C731F30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6A78E1-B3EE-54BA-3645-DBA2658A9FF5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7C742D-F4D6-7FE2-6E63-8EA396F63A4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FE9066-6726-285E-8D67-04C8835A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5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97ee21-6294-4ec0-a023-ecdc12fb217d" xsi:nil="true"/>
    <lcf76f155ced4ddcb4097134ff3c332f xmlns="11dd3a3b-9603-41fd-b81c-c1187686513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429E66C-7076-4B86-9F71-4246B4F8B8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dd3a3b-9603-41fd-b81c-c11876865134"/>
    <ds:schemaRef ds:uri="1697ee21-6294-4ec0-a023-ecdc12fb21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61CA99-CA43-4804-BE99-F896EBC75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D6101-9C87-4C6A-87E1-7531206C2346}">
  <ds:schemaRefs>
    <ds:schemaRef ds:uri="http://schemas.microsoft.com/office/2006/metadata/properties"/>
    <ds:schemaRef ds:uri="http://schemas.microsoft.com/office/infopath/2007/PartnerControls"/>
    <ds:schemaRef ds:uri="1697ee21-6294-4ec0-a023-ecdc12fb217d"/>
    <ds:schemaRef ds:uri="11dd3a3b-9603-41fd-b81c-c118768651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DUG Meetup Template</Template>
  <TotalTime>415</TotalTime>
  <Words>292</Words>
  <Application>Microsoft Office PowerPoint</Application>
  <PresentationFormat>Widescreen</PresentationFormat>
  <Paragraphs>74</Paragraphs>
  <Slides>30</Slides>
  <Notes>15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-apple-system</vt:lpstr>
      <vt:lpstr>Aptos</vt:lpstr>
      <vt:lpstr>Arial</vt:lpstr>
      <vt:lpstr>Calibri</vt:lpstr>
      <vt:lpstr>Calibri Light</vt:lpstr>
      <vt:lpstr>Open Sans ExtraBold</vt:lpstr>
      <vt:lpstr>Open Sans SemiBold</vt:lpstr>
      <vt:lpstr>Segoe UI</vt:lpstr>
      <vt:lpstr>Verdana</vt:lpstr>
      <vt:lpstr>Office Theme</vt:lpstr>
      <vt:lpstr>Introduction to Copilot Development</vt:lpstr>
      <vt:lpstr>Your Speaker</vt:lpstr>
      <vt:lpstr>Session Agenda</vt:lpstr>
      <vt:lpstr>Create Azure Resource</vt:lpstr>
      <vt:lpstr>Azure Portal</vt:lpstr>
      <vt:lpstr>Azure OpenAI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 Code</vt:lpstr>
      <vt:lpstr>Copilot Best Practices</vt:lpstr>
      <vt:lpstr>Do’s and Don’ts</vt:lpstr>
      <vt:lpstr>Prompt Management</vt:lpstr>
      <vt:lpstr>System Prompts</vt:lpstr>
      <vt:lpstr>User Prompt</vt:lpstr>
      <vt:lpstr>Cost Management</vt:lpstr>
      <vt:lpstr>PowerPoint Presentation</vt:lpstr>
      <vt:lpstr>PowerPoint Presentation</vt:lpstr>
      <vt:lpstr>Title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Chabot</dc:creator>
  <cp:lastModifiedBy>Marc Chabot</cp:lastModifiedBy>
  <cp:revision>1</cp:revision>
  <dcterms:created xsi:type="dcterms:W3CDTF">2025-04-24T00:20:13Z</dcterms:created>
  <dcterms:modified xsi:type="dcterms:W3CDTF">2025-05-01T19:36:11Z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0x0101008893DCFD68B6564B8CAC449AA517FD5F</vt:lpwstr>
  </property>
  <property fmtid="{D5CDD505-2E9C-101B-9397-08002B2CF9AE}" pid="3" name="MediaServiceImageTags">
    <vt:lpwstr/>
  </property>
</Properties>
</file>