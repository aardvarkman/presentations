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69" r:id="rId5"/>
    <p:sldId id="273" r:id="rId6"/>
    <p:sldId id="270" r:id="rId7"/>
    <p:sldId id="274" r:id="rId8"/>
    <p:sldId id="275" r:id="rId9"/>
    <p:sldId id="276" r:id="rId10"/>
    <p:sldId id="282" r:id="rId11"/>
    <p:sldId id="277" r:id="rId12"/>
    <p:sldId id="279" r:id="rId13"/>
    <p:sldId id="278" r:id="rId14"/>
    <p:sldId id="281" r:id="rId15"/>
    <p:sldId id="283" r:id="rId16"/>
    <p:sldId id="280" r:id="rId17"/>
    <p:sldId id="284" r:id="rId18"/>
    <p:sldId id="272"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3C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021DAC-FCF4-A634-6D83-FFF6FFCE3C2A}" v="3" dt="2025-09-16T12:20:27.651"/>
    <p1510:client id="{DB21EC7C-D03B-4BB6-841A-EFCBFF832354}" v="50" dt="2025-09-15T19:45:56.4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43"/>
    <p:restoredTop sz="70960" autoAdjust="0"/>
  </p:normalViewPr>
  <p:slideViewPr>
    <p:cSldViewPr snapToGrid="0">
      <p:cViewPr varScale="1">
        <p:scale>
          <a:sx n="68" d="100"/>
          <a:sy n="68" d="100"/>
        </p:scale>
        <p:origin x="2292" y="288"/>
      </p:cViewPr>
      <p:guideLst/>
    </p:cSldViewPr>
  </p:slideViewPr>
  <p:notesTextViewPr>
    <p:cViewPr>
      <p:scale>
        <a:sx n="1" d="1"/>
        <a:sy n="1" d="1"/>
      </p:scale>
      <p:origin x="0" y="0"/>
    </p:cViewPr>
  </p:notesTextViewPr>
  <p:notesViewPr>
    <p:cSldViewPr snapToGrid="0">
      <p:cViewPr varScale="1">
        <p:scale>
          <a:sx n="106" d="100"/>
          <a:sy n="106" d="100"/>
        </p:scale>
        <p:origin x="537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B42D2-6BC8-563A-C56E-B329D36830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9988BF6-01FC-9348-9269-F8C9F2B4B1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373DFE-FC81-1F4E-BCB7-DF8EC2A052BE}" type="datetimeFigureOut">
              <a:rPr lang="en-US" smtClean="0"/>
              <a:t>12/2/2025</a:t>
            </a:fld>
            <a:endParaRPr lang="en-US"/>
          </a:p>
        </p:txBody>
      </p:sp>
      <p:sp>
        <p:nvSpPr>
          <p:cNvPr id="4" name="Footer Placeholder 3">
            <a:extLst>
              <a:ext uri="{FF2B5EF4-FFF2-40B4-BE49-F238E27FC236}">
                <a16:creationId xmlns:a16="http://schemas.microsoft.com/office/drawing/2014/main" id="{63E0B157-394F-5507-A265-87FDFC4373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055C0D8-75EF-B9E3-82C9-E8F70A0C88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F891B4-FC28-EE41-BBC7-727500703BF3}" type="slidenum">
              <a:rPr lang="en-US" smtClean="0"/>
              <a:t>‹#›</a:t>
            </a:fld>
            <a:endParaRPr lang="en-US"/>
          </a:p>
        </p:txBody>
      </p:sp>
    </p:spTree>
    <p:extLst>
      <p:ext uri="{BB962C8B-B14F-4D97-AF65-F5344CB8AC3E}">
        <p14:creationId xmlns:p14="http://schemas.microsoft.com/office/powerpoint/2010/main" val="1726048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7241D5-C4B4-4B08-B62E-17C9787D404E}"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BD557-E527-4777-91F9-30873E675146}" type="slidenum">
              <a:rPr lang="en-US" smtClean="0"/>
              <a:t>‹#›</a:t>
            </a:fld>
            <a:endParaRPr lang="en-US"/>
          </a:p>
        </p:txBody>
      </p:sp>
    </p:spTree>
    <p:extLst>
      <p:ext uri="{BB962C8B-B14F-4D97-AF65-F5344CB8AC3E}">
        <p14:creationId xmlns:p14="http://schemas.microsoft.com/office/powerpoint/2010/main" val="245260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Marcel: Brief talk about the automotive crash 17 years ago and switching to Business Software. Then again retooling from GP to BC. Community resources, community members, and mentors help me every step of the way.</a:t>
            </a:r>
          </a:p>
          <a:p>
            <a:endParaRPr lang="en-US" dirty="0"/>
          </a:p>
          <a:p>
            <a:r>
              <a:rPr lang="en-US" dirty="0"/>
              <a:t>Pierre: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49592B-CC2D-483B-B3F1-EB64648E04E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64006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Khaled </a:t>
            </a:r>
            <a:r>
              <a:rPr lang="en-US" dirty="0" err="1"/>
              <a:t>Nassra</a:t>
            </a:r>
            <a:endParaRPr lang="en-US" dirty="0"/>
          </a:p>
          <a:p>
            <a:r>
              <a:rPr lang="en-US" dirty="0"/>
              <a:t>Claud Rustom</a:t>
            </a:r>
          </a:p>
          <a:p>
            <a:endParaRPr lang="en-US" dirty="0"/>
          </a:p>
        </p:txBody>
      </p:sp>
      <p:sp>
        <p:nvSpPr>
          <p:cNvPr id="4" name="Slide Number Placeholder 3"/>
          <p:cNvSpPr>
            <a:spLocks noGrp="1"/>
          </p:cNvSpPr>
          <p:nvPr>
            <p:ph type="sldNum" sz="quarter" idx="5"/>
          </p:nvPr>
        </p:nvSpPr>
        <p:spPr/>
        <p:txBody>
          <a:bodyPr/>
          <a:lstStyle/>
          <a:p>
            <a:fld id="{BB4BD557-E527-4777-91F9-30873E675146}" type="slidenum">
              <a:rPr lang="en-US" smtClean="0"/>
              <a:t>3</a:t>
            </a:fld>
            <a:endParaRPr lang="en-US"/>
          </a:p>
        </p:txBody>
      </p:sp>
    </p:spTree>
    <p:extLst>
      <p:ext uri="{BB962C8B-B14F-4D97-AF65-F5344CB8AC3E}">
        <p14:creationId xmlns:p14="http://schemas.microsoft.com/office/powerpoint/2010/main" val="1345512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148D-BAF1-CA0A-1246-8030F6482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A6BB0-AABA-2182-0646-E90DAB414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79CB9-2493-E90F-978D-68FC9D13104F}"/>
              </a:ext>
            </a:extLst>
          </p:cNvPr>
          <p:cNvSpPr>
            <a:spLocks noGrp="1"/>
          </p:cNvSpPr>
          <p:nvPr>
            <p:ph type="body" idx="1"/>
          </p:nvPr>
        </p:nvSpPr>
        <p:spPr/>
        <p:txBody>
          <a:bodyPr/>
          <a:lstStyle/>
          <a:p>
            <a:r>
              <a:rPr lang="en-US" dirty="0"/>
              <a:t>People! People who are excited, engaged, knowledgeable. Any 2 of the three!</a:t>
            </a:r>
          </a:p>
        </p:txBody>
      </p:sp>
      <p:sp>
        <p:nvSpPr>
          <p:cNvPr id="4" name="Slide Number Placeholder 3">
            <a:extLst>
              <a:ext uri="{FF2B5EF4-FFF2-40B4-BE49-F238E27FC236}">
                <a16:creationId xmlns:a16="http://schemas.microsoft.com/office/drawing/2014/main" id="{FA4505F7-5883-2204-8222-F69F38D0CE88}"/>
              </a:ext>
            </a:extLst>
          </p:cNvPr>
          <p:cNvSpPr>
            <a:spLocks noGrp="1"/>
          </p:cNvSpPr>
          <p:nvPr>
            <p:ph type="sldNum" sz="quarter" idx="5"/>
          </p:nvPr>
        </p:nvSpPr>
        <p:spPr/>
        <p:txBody>
          <a:bodyPr/>
          <a:lstStyle/>
          <a:p>
            <a:fld id="{BB4BD557-E527-4777-91F9-30873E675146}" type="slidenum">
              <a:rPr lang="en-US" smtClean="0"/>
              <a:t>4</a:t>
            </a:fld>
            <a:endParaRPr lang="en-US"/>
          </a:p>
        </p:txBody>
      </p:sp>
    </p:spTree>
    <p:extLst>
      <p:ext uri="{BB962C8B-B14F-4D97-AF65-F5344CB8AC3E}">
        <p14:creationId xmlns:p14="http://schemas.microsoft.com/office/powerpoint/2010/main" val="4000081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D8C55-BF04-8050-463E-903847A85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11B96-E98F-5269-89EA-BC04A42885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CB2AB-9B15-1030-5447-B2758CF70E1E}"/>
              </a:ext>
            </a:extLst>
          </p:cNvPr>
          <p:cNvSpPr>
            <a:spLocks noGrp="1"/>
          </p:cNvSpPr>
          <p:nvPr>
            <p:ph type="body" idx="1"/>
          </p:nvPr>
        </p:nvSpPr>
        <p:spPr/>
        <p:txBody>
          <a:bodyPr/>
          <a:lstStyle/>
          <a:p>
            <a:r>
              <a:rPr lang="en-US" dirty="0"/>
              <a:t>Cheer for your product!</a:t>
            </a:r>
          </a:p>
          <a:p>
            <a:r>
              <a:rPr lang="en-US" dirty="0"/>
              <a:t>Customer Engagement, I still call it CRM, I’m old, it’s okay.</a:t>
            </a:r>
          </a:p>
        </p:txBody>
      </p:sp>
      <p:sp>
        <p:nvSpPr>
          <p:cNvPr id="4" name="Slide Number Placeholder 3">
            <a:extLst>
              <a:ext uri="{FF2B5EF4-FFF2-40B4-BE49-F238E27FC236}">
                <a16:creationId xmlns:a16="http://schemas.microsoft.com/office/drawing/2014/main" id="{3D40C6AA-C6DC-C2FF-FC7A-A8A87D6233BB}"/>
              </a:ext>
            </a:extLst>
          </p:cNvPr>
          <p:cNvSpPr>
            <a:spLocks noGrp="1"/>
          </p:cNvSpPr>
          <p:nvPr>
            <p:ph type="sldNum" sz="quarter" idx="5"/>
          </p:nvPr>
        </p:nvSpPr>
        <p:spPr/>
        <p:txBody>
          <a:bodyPr/>
          <a:lstStyle/>
          <a:p>
            <a:fld id="{BB4BD557-E527-4777-91F9-30873E675146}" type="slidenum">
              <a:rPr lang="en-US" smtClean="0"/>
              <a:t>5</a:t>
            </a:fld>
            <a:endParaRPr lang="en-US"/>
          </a:p>
        </p:txBody>
      </p:sp>
    </p:spTree>
    <p:extLst>
      <p:ext uri="{BB962C8B-B14F-4D97-AF65-F5344CB8AC3E}">
        <p14:creationId xmlns:p14="http://schemas.microsoft.com/office/powerpoint/2010/main" val="2824680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F7F77-B22C-E60C-7C6F-ED49760EC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FC7CE-E20E-AAB9-901B-4CDE92CB8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523FF-E068-0EDB-1DED-3E1280D0821B}"/>
              </a:ext>
            </a:extLst>
          </p:cNvPr>
          <p:cNvSpPr>
            <a:spLocks noGrp="1"/>
          </p:cNvSpPr>
          <p:nvPr>
            <p:ph type="body" idx="1"/>
          </p:nvPr>
        </p:nvSpPr>
        <p:spPr/>
        <p:txBody>
          <a:bodyPr/>
          <a:lstStyle/>
          <a:p>
            <a:r>
              <a:rPr lang="en-US" dirty="0"/>
              <a:t>Add to that the capabilities of Azure!</a:t>
            </a:r>
          </a:p>
          <a:p>
            <a:r>
              <a:rPr lang="en-US" dirty="0"/>
              <a:t>There is also Azure Application Insights for performance monitoring.</a:t>
            </a:r>
          </a:p>
          <a:p>
            <a:endParaRPr lang="en-US" dirty="0"/>
          </a:p>
        </p:txBody>
      </p:sp>
      <p:sp>
        <p:nvSpPr>
          <p:cNvPr id="4" name="Slide Number Placeholder 3">
            <a:extLst>
              <a:ext uri="{FF2B5EF4-FFF2-40B4-BE49-F238E27FC236}">
                <a16:creationId xmlns:a16="http://schemas.microsoft.com/office/drawing/2014/main" id="{69273D92-06E1-D2DD-F3AC-0D8CFE25AAE3}"/>
              </a:ext>
            </a:extLst>
          </p:cNvPr>
          <p:cNvSpPr>
            <a:spLocks noGrp="1"/>
          </p:cNvSpPr>
          <p:nvPr>
            <p:ph type="sldNum" sz="quarter" idx="5"/>
          </p:nvPr>
        </p:nvSpPr>
        <p:spPr/>
        <p:txBody>
          <a:bodyPr/>
          <a:lstStyle/>
          <a:p>
            <a:fld id="{BB4BD557-E527-4777-91F9-30873E675146}" type="slidenum">
              <a:rPr lang="en-US" smtClean="0"/>
              <a:t>6</a:t>
            </a:fld>
            <a:endParaRPr lang="en-US"/>
          </a:p>
        </p:txBody>
      </p:sp>
    </p:spTree>
    <p:extLst>
      <p:ext uri="{BB962C8B-B14F-4D97-AF65-F5344CB8AC3E}">
        <p14:creationId xmlns:p14="http://schemas.microsoft.com/office/powerpoint/2010/main" val="713856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75057-5E75-EE59-DFCA-53F39A505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59465-6609-6AEB-CC84-FFA57E71F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63AAA-C5D7-0F6B-7707-F49721D894EA}"/>
              </a:ext>
            </a:extLst>
          </p:cNvPr>
          <p:cNvSpPr>
            <a:spLocks noGrp="1"/>
          </p:cNvSpPr>
          <p:nvPr>
            <p:ph type="body" idx="1"/>
          </p:nvPr>
        </p:nvSpPr>
        <p:spPr/>
        <p:txBody>
          <a:bodyPr/>
          <a:lstStyle/>
          <a:p>
            <a:r>
              <a:rPr lang="en-US" dirty="0"/>
              <a:t>Everything interacting together with our Microsoft 365 products.</a:t>
            </a:r>
          </a:p>
          <a:p>
            <a:endParaRPr lang="en-US" dirty="0"/>
          </a:p>
        </p:txBody>
      </p:sp>
      <p:sp>
        <p:nvSpPr>
          <p:cNvPr id="4" name="Slide Number Placeholder 3">
            <a:extLst>
              <a:ext uri="{FF2B5EF4-FFF2-40B4-BE49-F238E27FC236}">
                <a16:creationId xmlns:a16="http://schemas.microsoft.com/office/drawing/2014/main" id="{859F2DDD-5047-7C73-D8FA-E02438F736AE}"/>
              </a:ext>
            </a:extLst>
          </p:cNvPr>
          <p:cNvSpPr>
            <a:spLocks noGrp="1"/>
          </p:cNvSpPr>
          <p:nvPr>
            <p:ph type="sldNum" sz="quarter" idx="5"/>
          </p:nvPr>
        </p:nvSpPr>
        <p:spPr/>
        <p:txBody>
          <a:bodyPr/>
          <a:lstStyle/>
          <a:p>
            <a:fld id="{BB4BD557-E527-4777-91F9-30873E675146}" type="slidenum">
              <a:rPr lang="en-US" smtClean="0"/>
              <a:t>7</a:t>
            </a:fld>
            <a:endParaRPr lang="en-US"/>
          </a:p>
        </p:txBody>
      </p:sp>
    </p:spTree>
    <p:extLst>
      <p:ext uri="{BB962C8B-B14F-4D97-AF65-F5344CB8AC3E}">
        <p14:creationId xmlns:p14="http://schemas.microsoft.com/office/powerpoint/2010/main" val="1945952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1891C-1989-A28D-DA07-B50426FC5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BCF74-E787-A38F-E627-290B7D9CE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A8AFB-88BA-9F20-09E2-A670FB52545D}"/>
              </a:ext>
            </a:extLst>
          </p:cNvPr>
          <p:cNvSpPr>
            <a:spLocks noGrp="1"/>
          </p:cNvSpPr>
          <p:nvPr>
            <p:ph type="body" idx="1"/>
          </p:nvPr>
        </p:nvSpPr>
        <p:spPr/>
        <p:txBody>
          <a:bodyPr/>
          <a:lstStyle/>
          <a:p>
            <a:r>
              <a:rPr lang="en-US" dirty="0"/>
              <a:t>And Copilot helping bring that advanced AI dream to everyone.</a:t>
            </a:r>
          </a:p>
          <a:p>
            <a:endParaRPr lang="en-US" dirty="0"/>
          </a:p>
        </p:txBody>
      </p:sp>
      <p:sp>
        <p:nvSpPr>
          <p:cNvPr id="4" name="Slide Number Placeholder 3">
            <a:extLst>
              <a:ext uri="{FF2B5EF4-FFF2-40B4-BE49-F238E27FC236}">
                <a16:creationId xmlns:a16="http://schemas.microsoft.com/office/drawing/2014/main" id="{51B22F3D-5615-40F6-2680-AEDA9A4D8D1C}"/>
              </a:ext>
            </a:extLst>
          </p:cNvPr>
          <p:cNvSpPr>
            <a:spLocks noGrp="1"/>
          </p:cNvSpPr>
          <p:nvPr>
            <p:ph type="sldNum" sz="quarter" idx="5"/>
          </p:nvPr>
        </p:nvSpPr>
        <p:spPr/>
        <p:txBody>
          <a:bodyPr/>
          <a:lstStyle/>
          <a:p>
            <a:fld id="{BB4BD557-E527-4777-91F9-30873E675146}" type="slidenum">
              <a:rPr lang="en-US" smtClean="0"/>
              <a:t>8</a:t>
            </a:fld>
            <a:endParaRPr lang="en-US"/>
          </a:p>
        </p:txBody>
      </p:sp>
    </p:spTree>
    <p:extLst>
      <p:ext uri="{BB962C8B-B14F-4D97-AF65-F5344CB8AC3E}">
        <p14:creationId xmlns:p14="http://schemas.microsoft.com/office/powerpoint/2010/main" val="1034198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2630A-35BC-AEBD-21A9-0B5C19915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B1EA7-ABD2-5D21-7D64-0DF3245C1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C973F-1DD3-4E7A-694E-3426A2624A79}"/>
              </a:ext>
            </a:extLst>
          </p:cNvPr>
          <p:cNvSpPr>
            <a:spLocks noGrp="1"/>
          </p:cNvSpPr>
          <p:nvPr>
            <p:ph type="body" idx="1"/>
          </p:nvPr>
        </p:nvSpPr>
        <p:spPr/>
        <p:txBody>
          <a:bodyPr/>
          <a:lstStyle/>
          <a:p>
            <a:r>
              <a:rPr lang="en-US" dirty="0"/>
              <a:t>Those are a lot of products. A lot of special skills. A lot of knowledge to manage all of that. Overwhelming? A little.</a:t>
            </a:r>
          </a:p>
          <a:p>
            <a:endParaRPr lang="en-US" dirty="0"/>
          </a:p>
          <a:p>
            <a:r>
              <a:rPr lang="en-US" dirty="0"/>
              <a:t>There is help!</a:t>
            </a:r>
          </a:p>
          <a:p>
            <a:endParaRPr lang="en-US" dirty="0"/>
          </a:p>
        </p:txBody>
      </p:sp>
      <p:sp>
        <p:nvSpPr>
          <p:cNvPr id="4" name="Slide Number Placeholder 3">
            <a:extLst>
              <a:ext uri="{FF2B5EF4-FFF2-40B4-BE49-F238E27FC236}">
                <a16:creationId xmlns:a16="http://schemas.microsoft.com/office/drawing/2014/main" id="{6FC65A55-1289-9582-3392-D3834B909323}"/>
              </a:ext>
            </a:extLst>
          </p:cNvPr>
          <p:cNvSpPr>
            <a:spLocks noGrp="1"/>
          </p:cNvSpPr>
          <p:nvPr>
            <p:ph type="sldNum" sz="quarter" idx="5"/>
          </p:nvPr>
        </p:nvSpPr>
        <p:spPr/>
        <p:txBody>
          <a:bodyPr/>
          <a:lstStyle/>
          <a:p>
            <a:fld id="{BB4BD557-E527-4777-91F9-30873E675146}" type="slidenum">
              <a:rPr lang="en-US" smtClean="0"/>
              <a:t>9</a:t>
            </a:fld>
            <a:endParaRPr lang="en-US"/>
          </a:p>
        </p:txBody>
      </p:sp>
    </p:spTree>
    <p:extLst>
      <p:ext uri="{BB962C8B-B14F-4D97-AF65-F5344CB8AC3E}">
        <p14:creationId xmlns:p14="http://schemas.microsoft.com/office/powerpoint/2010/main" val="294098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F8A5A-897C-3169-68CD-4F73308E4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E460B-9B89-FF7B-2459-67F593D3B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FB083-789E-6766-3510-92748B178D24}"/>
              </a:ext>
            </a:extLst>
          </p:cNvPr>
          <p:cNvSpPr>
            <a:spLocks noGrp="1"/>
          </p:cNvSpPr>
          <p:nvPr>
            <p:ph type="body" idx="1"/>
          </p:nvPr>
        </p:nvSpPr>
        <p:spPr/>
        <p:txBody>
          <a:bodyPr/>
          <a:lstStyle/>
          <a:p>
            <a:r>
              <a:rPr lang="en-US" dirty="0"/>
              <a:t>ISVs are ready to use these technologies and refine them into verticals that are pertinent to your needs.</a:t>
            </a:r>
          </a:p>
          <a:p>
            <a:r>
              <a:rPr lang="en-US" dirty="0"/>
              <a:t>There are 1000s of ISVs providing solutions for every vertical (we call them verticals because calling our client problems is rude). Found one for managing farm animal husbandry… Tinder for cows basically.</a:t>
            </a:r>
          </a:p>
          <a:p>
            <a:endParaRPr lang="en-US" dirty="0"/>
          </a:p>
          <a:p>
            <a:r>
              <a:rPr lang="en-US" dirty="0"/>
              <a:t>Thank you for coming out today, round of applause for our ISVs.</a:t>
            </a:r>
          </a:p>
          <a:p>
            <a:endParaRPr lang="en-US" dirty="0"/>
          </a:p>
        </p:txBody>
      </p:sp>
      <p:sp>
        <p:nvSpPr>
          <p:cNvPr id="4" name="Slide Number Placeholder 3">
            <a:extLst>
              <a:ext uri="{FF2B5EF4-FFF2-40B4-BE49-F238E27FC236}">
                <a16:creationId xmlns:a16="http://schemas.microsoft.com/office/drawing/2014/main" id="{80A1EA0B-FC23-66BA-7534-3609D8CE76DA}"/>
              </a:ext>
            </a:extLst>
          </p:cNvPr>
          <p:cNvSpPr>
            <a:spLocks noGrp="1"/>
          </p:cNvSpPr>
          <p:nvPr>
            <p:ph type="sldNum" sz="quarter" idx="5"/>
          </p:nvPr>
        </p:nvSpPr>
        <p:spPr/>
        <p:txBody>
          <a:bodyPr/>
          <a:lstStyle/>
          <a:p>
            <a:fld id="{BB4BD557-E527-4777-91F9-30873E675146}" type="slidenum">
              <a:rPr lang="en-US" smtClean="0"/>
              <a:t>10</a:t>
            </a:fld>
            <a:endParaRPr lang="en-US"/>
          </a:p>
        </p:txBody>
      </p:sp>
    </p:spTree>
    <p:extLst>
      <p:ext uri="{BB962C8B-B14F-4D97-AF65-F5344CB8AC3E}">
        <p14:creationId xmlns:p14="http://schemas.microsoft.com/office/powerpoint/2010/main" val="2320913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81149-55BB-0024-18B2-6C38F3868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0BC33-34C5-C19B-A517-76F4788DF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F36AB-8463-EFCD-C458-0E886ED0E037}"/>
              </a:ext>
            </a:extLst>
          </p:cNvPr>
          <p:cNvSpPr>
            <a:spLocks noGrp="1"/>
          </p:cNvSpPr>
          <p:nvPr>
            <p:ph type="body" idx="1"/>
          </p:nvPr>
        </p:nvSpPr>
        <p:spPr/>
        <p:txBody>
          <a:bodyPr/>
          <a:lstStyle/>
          <a:p>
            <a:r>
              <a:rPr lang="en-US" dirty="0"/>
              <a:t>VARs further specialize into verticals and help you bring your business requirements to life.</a:t>
            </a:r>
          </a:p>
          <a:p>
            <a:r>
              <a:rPr lang="en-US" dirty="0"/>
              <a:t>Implementation services</a:t>
            </a:r>
          </a:p>
          <a:p>
            <a:r>
              <a:rPr lang="en-US" dirty="0"/>
              <a:t>Provide some development services</a:t>
            </a:r>
          </a:p>
          <a:p>
            <a:r>
              <a:rPr lang="en-US" dirty="0"/>
              <a:t>Provide Support desk</a:t>
            </a:r>
          </a:p>
          <a:p>
            <a:r>
              <a:rPr lang="en-US" dirty="0"/>
              <a:t>A shoulder to cry on…</a:t>
            </a:r>
          </a:p>
          <a:p>
            <a:endParaRPr lang="en-US" dirty="0"/>
          </a:p>
          <a:p>
            <a:r>
              <a:rPr lang="en-US" dirty="0"/>
              <a:t>A round of applause for the VARs, clap super loud if your VAR is here.</a:t>
            </a:r>
          </a:p>
          <a:p>
            <a:endParaRPr lang="en-US" dirty="0"/>
          </a:p>
        </p:txBody>
      </p:sp>
      <p:sp>
        <p:nvSpPr>
          <p:cNvPr id="4" name="Slide Number Placeholder 3">
            <a:extLst>
              <a:ext uri="{FF2B5EF4-FFF2-40B4-BE49-F238E27FC236}">
                <a16:creationId xmlns:a16="http://schemas.microsoft.com/office/drawing/2014/main" id="{476ACBC3-E9CE-C3E4-662B-0632C044FAC5}"/>
              </a:ext>
            </a:extLst>
          </p:cNvPr>
          <p:cNvSpPr>
            <a:spLocks noGrp="1"/>
          </p:cNvSpPr>
          <p:nvPr>
            <p:ph type="sldNum" sz="quarter" idx="5"/>
          </p:nvPr>
        </p:nvSpPr>
        <p:spPr/>
        <p:txBody>
          <a:bodyPr/>
          <a:lstStyle/>
          <a:p>
            <a:fld id="{BB4BD557-E527-4777-91F9-30873E675146}" type="slidenum">
              <a:rPr lang="en-US" smtClean="0"/>
              <a:t>11</a:t>
            </a:fld>
            <a:endParaRPr lang="en-US"/>
          </a:p>
        </p:txBody>
      </p:sp>
    </p:spTree>
    <p:extLst>
      <p:ext uri="{BB962C8B-B14F-4D97-AF65-F5344CB8AC3E}">
        <p14:creationId xmlns:p14="http://schemas.microsoft.com/office/powerpoint/2010/main" val="676062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37C55-C8CF-BAB4-5B14-17E1CF2F70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1ED4E-F9EC-586F-947D-5819B450B1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262E51-EA93-575E-6E47-46DB51F35B3E}"/>
              </a:ext>
            </a:extLst>
          </p:cNvPr>
          <p:cNvSpPr>
            <a:spLocks noGrp="1"/>
          </p:cNvSpPr>
          <p:nvPr>
            <p:ph type="body" idx="1"/>
          </p:nvPr>
        </p:nvSpPr>
        <p:spPr/>
        <p:txBody>
          <a:bodyPr/>
          <a:lstStyle/>
          <a:p>
            <a:r>
              <a:rPr lang="en-US" dirty="0"/>
              <a:t>You know how to tell if someone is a Microsoft MVP? Don’t worry, we’ll tell you. Stolen from Mary Myers.</a:t>
            </a:r>
          </a:p>
          <a:p>
            <a:endParaRPr lang="en-US" dirty="0"/>
          </a:p>
          <a:p>
            <a:r>
              <a:rPr lang="en-US" dirty="0"/>
              <a:t>Blogs, videos, </a:t>
            </a:r>
            <a:r>
              <a:rPr lang="en-US" dirty="0" err="1"/>
              <a:t>linkedIn</a:t>
            </a:r>
            <a:r>
              <a:rPr lang="en-US" dirty="0"/>
              <a:t>, Twitter, Facebook posts.</a:t>
            </a:r>
          </a:p>
          <a:p>
            <a:endParaRPr lang="en-US" dirty="0"/>
          </a:p>
          <a:p>
            <a:r>
              <a:rPr lang="en-US" dirty="0"/>
              <a:t>All free! Seriously, so much free support posed every month it is amazing. All for the community. We don’t get paid, we get a sticker.</a:t>
            </a:r>
          </a:p>
          <a:p>
            <a:endParaRPr lang="en-US" dirty="0"/>
          </a:p>
          <a:p>
            <a:r>
              <a:rPr lang="en-US" dirty="0"/>
              <a:t>MVPs please stand up and wave, these are the people you can ask the crazy questions too.</a:t>
            </a:r>
          </a:p>
          <a:p>
            <a:endParaRPr lang="en-US" dirty="0"/>
          </a:p>
        </p:txBody>
      </p:sp>
      <p:sp>
        <p:nvSpPr>
          <p:cNvPr id="4" name="Slide Number Placeholder 3">
            <a:extLst>
              <a:ext uri="{FF2B5EF4-FFF2-40B4-BE49-F238E27FC236}">
                <a16:creationId xmlns:a16="http://schemas.microsoft.com/office/drawing/2014/main" id="{E88B8948-83B7-2D9E-9941-BF3B1B41B831}"/>
              </a:ext>
            </a:extLst>
          </p:cNvPr>
          <p:cNvSpPr>
            <a:spLocks noGrp="1"/>
          </p:cNvSpPr>
          <p:nvPr>
            <p:ph type="sldNum" sz="quarter" idx="5"/>
          </p:nvPr>
        </p:nvSpPr>
        <p:spPr/>
        <p:txBody>
          <a:bodyPr/>
          <a:lstStyle/>
          <a:p>
            <a:fld id="{BB4BD557-E527-4777-91F9-30873E675146}" type="slidenum">
              <a:rPr lang="en-US" smtClean="0"/>
              <a:t>12</a:t>
            </a:fld>
            <a:endParaRPr lang="en-US"/>
          </a:p>
        </p:txBody>
      </p:sp>
    </p:spTree>
    <p:extLst>
      <p:ext uri="{BB962C8B-B14F-4D97-AF65-F5344CB8AC3E}">
        <p14:creationId xmlns:p14="http://schemas.microsoft.com/office/powerpoint/2010/main" val="83613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A1608-4CCF-2CD5-C3AC-43B053948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71F4B-62AC-F4B5-6D55-FC38B2F75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918E3-547A-9A2D-7998-DE2DC86DFAF2}"/>
              </a:ext>
            </a:extLst>
          </p:cNvPr>
          <p:cNvSpPr>
            <a:spLocks noGrp="1"/>
          </p:cNvSpPr>
          <p:nvPr>
            <p:ph type="body" idx="1"/>
          </p:nvPr>
        </p:nvSpPr>
        <p:spPr/>
        <p:txBody>
          <a:bodyPr/>
          <a:lstStyle/>
          <a:p>
            <a:r>
              <a:rPr lang="en-US" dirty="0"/>
              <a:t>Speaker from across industry, sometimes overlapping, all agreeing to putdown competitive challenges to share with each other and grow the community.</a:t>
            </a:r>
          </a:p>
          <a:p>
            <a:r>
              <a:rPr lang="en-US" dirty="0"/>
              <a:t>This is what makes the Dynamics community different from so many others. We are willing to compete and collaborate, a rising tide lifts all ships.</a:t>
            </a:r>
          </a:p>
          <a:p>
            <a:endParaRPr lang="en-US" dirty="0"/>
          </a:p>
          <a:p>
            <a:r>
              <a:rPr lang="en-US" dirty="0" err="1"/>
              <a:t>DynamicsCon</a:t>
            </a:r>
            <a:r>
              <a:rPr lang="en-US" dirty="0"/>
              <a:t> 2026 in Vegas May 12 – 16th</a:t>
            </a:r>
          </a:p>
        </p:txBody>
      </p:sp>
      <p:sp>
        <p:nvSpPr>
          <p:cNvPr id="4" name="Slide Number Placeholder 3">
            <a:extLst>
              <a:ext uri="{FF2B5EF4-FFF2-40B4-BE49-F238E27FC236}">
                <a16:creationId xmlns:a16="http://schemas.microsoft.com/office/drawing/2014/main" id="{EF92D2F1-9AAE-848A-2AAE-C7A4D46B059A}"/>
              </a:ext>
            </a:extLst>
          </p:cNvPr>
          <p:cNvSpPr>
            <a:spLocks noGrp="1"/>
          </p:cNvSpPr>
          <p:nvPr>
            <p:ph type="sldNum" sz="quarter" idx="5"/>
          </p:nvPr>
        </p:nvSpPr>
        <p:spPr/>
        <p:txBody>
          <a:bodyPr/>
          <a:lstStyle/>
          <a:p>
            <a:fld id="{BB4BD557-E527-4777-91F9-30873E675146}" type="slidenum">
              <a:rPr lang="en-US" smtClean="0"/>
              <a:t>13</a:t>
            </a:fld>
            <a:endParaRPr lang="en-US"/>
          </a:p>
        </p:txBody>
      </p:sp>
    </p:spTree>
    <p:extLst>
      <p:ext uri="{BB962C8B-B14F-4D97-AF65-F5344CB8AC3E}">
        <p14:creationId xmlns:p14="http://schemas.microsoft.com/office/powerpoint/2010/main" val="246115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83E7B-8B4F-BF0A-4AE5-C74D58209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7231A-4D4F-C892-11AE-C0BE9E68B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63901-A2C1-0034-67D6-5D70B48A84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A0C77-B74D-8018-EB2D-A90C69A0D22A}"/>
              </a:ext>
            </a:extLst>
          </p:cNvPr>
          <p:cNvSpPr>
            <a:spLocks noGrp="1"/>
          </p:cNvSpPr>
          <p:nvPr>
            <p:ph type="sldNum" sz="quarter" idx="5"/>
          </p:nvPr>
        </p:nvSpPr>
        <p:spPr/>
        <p:txBody>
          <a:bodyPr/>
          <a:lstStyle/>
          <a:p>
            <a:fld id="{BB4BD557-E527-4777-91F9-30873E675146}" type="slidenum">
              <a:rPr lang="en-US" smtClean="0"/>
              <a:t>14</a:t>
            </a:fld>
            <a:endParaRPr lang="en-US"/>
          </a:p>
        </p:txBody>
      </p:sp>
    </p:spTree>
    <p:extLst>
      <p:ext uri="{BB962C8B-B14F-4D97-AF65-F5344CB8AC3E}">
        <p14:creationId xmlns:p14="http://schemas.microsoft.com/office/powerpoint/2010/main" val="11459218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ynamicsusergroup.com/meetup/" TargetMode="External"/><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ynamicsusergroup.com/meetup/"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ynamicsusergroup.com/meetup/" TargetMode="Externa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22.xml.rels><?xml version="1.0" encoding="UTF-8" standalone="yes"?>
<Relationships xmlns="http://schemas.openxmlformats.org/package/2006/relationships"><Relationship Id="rId8" Type="http://schemas.openxmlformats.org/officeDocument/2006/relationships/hyperlink" Target="https://dynamicsusergroup.com/meetup/" TargetMode="External"/><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dynamicsusergroup.com/meetup/"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5" name="Rectangle 24">
            <a:hlinkClick r:id="rId2"/>
            <a:extLst>
              <a:ext uri="{FF2B5EF4-FFF2-40B4-BE49-F238E27FC236}">
                <a16:creationId xmlns:a16="http://schemas.microsoft.com/office/drawing/2014/main" id="{A6A17DE0-09F0-905B-2A99-2ACA74706A9B}"/>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33AE0900-BF21-AF02-85BB-E334C3E8D2D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urple text on a black background&#10;&#10;Description automatically generated">
            <a:extLst>
              <a:ext uri="{FF2B5EF4-FFF2-40B4-BE49-F238E27FC236}">
                <a16:creationId xmlns:a16="http://schemas.microsoft.com/office/drawing/2014/main" id="{D4655E84-83B6-7C70-3CB0-68DC261792A5}"/>
              </a:ext>
            </a:extLst>
          </p:cNvPr>
          <p:cNvPicPr>
            <a:picLocks noChangeAspect="1"/>
          </p:cNvPicPr>
          <p:nvPr userDrawn="1"/>
        </p:nvPicPr>
        <p:blipFill rotWithShape="1">
          <a:blip r:embed="rId3"/>
          <a:srcRect t="19573" r="26581" b="17767"/>
          <a:stretch/>
        </p:blipFill>
        <p:spPr>
          <a:xfrm>
            <a:off x="131748" y="6108294"/>
            <a:ext cx="2529169" cy="555057"/>
          </a:xfrm>
          <a:prstGeom prst="rect">
            <a:avLst/>
          </a:prstGeom>
          <a:effectLst>
            <a:glow rad="114300">
              <a:schemeClr val="bg1"/>
            </a:glow>
          </a:effectLst>
        </p:spPr>
      </p:pic>
      <p:pic>
        <p:nvPicPr>
          <p:cNvPr id="28" name="Picture 27" descr="A colorful star logo with black background&#10;&#10;Description automatically generated">
            <a:extLst>
              <a:ext uri="{FF2B5EF4-FFF2-40B4-BE49-F238E27FC236}">
                <a16:creationId xmlns:a16="http://schemas.microsoft.com/office/drawing/2014/main" id="{04B7725C-702B-1313-87C6-5F20E6D85F4B}"/>
              </a:ext>
            </a:extLst>
          </p:cNvPr>
          <p:cNvPicPr>
            <a:picLocks noChangeAspect="1"/>
          </p:cNvPicPr>
          <p:nvPr userDrawn="1"/>
        </p:nvPicPr>
        <p:blipFill rotWithShape="1">
          <a:blip r:embed="rId4"/>
          <a:srcRect l="22502" r="22624" b="43530"/>
          <a:stretch/>
        </p:blipFill>
        <p:spPr>
          <a:xfrm>
            <a:off x="11433542" y="105999"/>
            <a:ext cx="626710" cy="600307"/>
          </a:xfrm>
          <a:prstGeom prst="rect">
            <a:avLst/>
          </a:prstGeom>
          <a:effectLst>
            <a:glow rad="88900">
              <a:schemeClr val="bg1"/>
            </a:glow>
          </a:effectLst>
        </p:spPr>
      </p:pic>
      <p:sp>
        <p:nvSpPr>
          <p:cNvPr id="29" name="TextBox 28">
            <a:extLst>
              <a:ext uri="{FF2B5EF4-FFF2-40B4-BE49-F238E27FC236}">
                <a16:creationId xmlns:a16="http://schemas.microsoft.com/office/drawing/2014/main" id="{CA5BCF2D-7E08-0C44-DB3A-5631DF358DB5}"/>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2">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30" name="Graphic 29" descr="Link with solid fill">
            <a:extLst>
              <a:ext uri="{FF2B5EF4-FFF2-40B4-BE49-F238E27FC236}">
                <a16:creationId xmlns:a16="http://schemas.microsoft.com/office/drawing/2014/main" id="{967F4149-FDE7-CF6A-5F6A-DF441AF68E8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31" name="Title 30">
            <a:extLst>
              <a:ext uri="{FF2B5EF4-FFF2-40B4-BE49-F238E27FC236}">
                <a16:creationId xmlns:a16="http://schemas.microsoft.com/office/drawing/2014/main" id="{9759B8C1-559D-DF2C-611F-D0EA94C3D597}"/>
              </a:ext>
            </a:extLst>
          </p:cNvPr>
          <p:cNvSpPr>
            <a:spLocks noGrp="1"/>
          </p:cNvSpPr>
          <p:nvPr>
            <p:ph type="title" hasCustomPrompt="1"/>
          </p:nvPr>
        </p:nvSpPr>
        <p:spPr>
          <a:xfrm>
            <a:off x="831850" y="2024023"/>
            <a:ext cx="10515600" cy="1325563"/>
          </a:xfrm>
        </p:spPr>
        <p:txBody>
          <a:bodyPr>
            <a:noAutofit/>
          </a:bodyPr>
          <a:lstStyle>
            <a:lvl1pPr algn="ctr">
              <a:defRPr sz="7200" b="1" i="0">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3" name="Text Placeholder 2">
            <a:extLst>
              <a:ext uri="{FF2B5EF4-FFF2-40B4-BE49-F238E27FC236}">
                <a16:creationId xmlns:a16="http://schemas.microsoft.com/office/drawing/2014/main" id="{471E23B4-573A-EC8E-4D69-9D8C243A7163}"/>
              </a:ext>
            </a:extLst>
          </p:cNvPr>
          <p:cNvSpPr>
            <a:spLocks noGrp="1"/>
          </p:cNvSpPr>
          <p:nvPr>
            <p:ph type="body" idx="1" hasCustomPrompt="1"/>
          </p:nvPr>
        </p:nvSpPr>
        <p:spPr>
          <a:xfrm>
            <a:off x="831850" y="3508415"/>
            <a:ext cx="10515600" cy="1500187"/>
          </a:xfrm>
        </p:spPr>
        <p:txBody>
          <a:bodyPr>
            <a:normAutofit/>
          </a:bodyPr>
          <a:lstStyle>
            <a:lvl1pPr marL="0" indent="0" algn="ctr">
              <a:buNone/>
              <a:defRPr sz="3200" b="1" i="0">
                <a:solidFill>
                  <a:schemeClr val="tx1"/>
                </a:solidFill>
                <a:latin typeface="Open Sans SemiBold" pitchFamily="2" charset="0"/>
                <a:ea typeface="Open Sans SemiBold" pitchFamily="2" charset="0"/>
                <a:cs typeface="Open Sans SemiBold"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Tree>
    <p:extLst>
      <p:ext uri="{BB962C8B-B14F-4D97-AF65-F5344CB8AC3E}">
        <p14:creationId xmlns:p14="http://schemas.microsoft.com/office/powerpoint/2010/main" val="1850727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A purple text on a black background&#10;&#10;Description automatically generated">
            <a:extLst>
              <a:ext uri="{FF2B5EF4-FFF2-40B4-BE49-F238E27FC236}">
                <a16:creationId xmlns:a16="http://schemas.microsoft.com/office/drawing/2014/main" id="{16C70FA3-E230-E727-18E2-F61A34C67A68}"/>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9" name="Picture 8" descr="A colorful star logo with black background&#10;&#10;Description automatically generated">
            <a:extLst>
              <a:ext uri="{FF2B5EF4-FFF2-40B4-BE49-F238E27FC236}">
                <a16:creationId xmlns:a16="http://schemas.microsoft.com/office/drawing/2014/main" id="{D3CABB2E-E743-3B28-1D24-7E9ABC7CF35D}"/>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0" name="TextBox 9">
            <a:extLst>
              <a:ext uri="{FF2B5EF4-FFF2-40B4-BE49-F238E27FC236}">
                <a16:creationId xmlns:a16="http://schemas.microsoft.com/office/drawing/2014/main" id="{98317F4F-81AA-694F-2DD8-1C6EB01CEB37}"/>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1" name="Graphic 10" descr="Link with solid fill">
            <a:extLst>
              <a:ext uri="{FF2B5EF4-FFF2-40B4-BE49-F238E27FC236}">
                <a16:creationId xmlns:a16="http://schemas.microsoft.com/office/drawing/2014/main" id="{C8238BBE-00FC-0DE0-E484-522E04811E2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12" name="Rectangle 11">
            <a:hlinkClick r:id="rId4"/>
            <a:extLst>
              <a:ext uri="{FF2B5EF4-FFF2-40B4-BE49-F238E27FC236}">
                <a16:creationId xmlns:a16="http://schemas.microsoft.com/office/drawing/2014/main" id="{AC24F5B6-812D-08EF-8CE0-65BFE802CA19}"/>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87BEB76-834E-D6F2-3AE3-5469EB877951}"/>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1B4654-3391-DEB6-F905-49151B363DDD}"/>
              </a:ext>
            </a:extLst>
          </p:cNvPr>
          <p:cNvSpPr>
            <a:spLocks noGrp="1"/>
          </p:cNvSpPr>
          <p:nvPr>
            <p:ph type="title" hasCustomPrompt="1"/>
          </p:nvPr>
        </p:nvSpPr>
        <p:spPr>
          <a:xfrm>
            <a:off x="838200" y="510004"/>
            <a:ext cx="10515600" cy="1325563"/>
          </a:xfrm>
        </p:spPr>
        <p:txBody>
          <a:bodyPr>
            <a:no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FDC8CA38-EEAD-E583-739F-2BF4BCC3BDAE}"/>
              </a:ext>
            </a:extLst>
          </p:cNvPr>
          <p:cNvSpPr>
            <a:spLocks noGrp="1"/>
          </p:cNvSpPr>
          <p:nvPr>
            <p:ph idx="1" hasCustomPrompt="1"/>
          </p:nvPr>
        </p:nvSpPr>
        <p:spPr>
          <a:xfrm>
            <a:off x="838200" y="1939417"/>
            <a:ext cx="10515600" cy="4351338"/>
          </a:xfrm>
        </p:spPr>
        <p:txBody>
          <a:bodyPr>
            <a:normAutofit/>
          </a:bodyPr>
          <a:lstStyle>
            <a:lvl1pPr>
              <a:defRPr sz="3200"/>
            </a:lvl1pPr>
          </a:lstStyle>
          <a:p>
            <a:pPr lvl="0"/>
            <a:r>
              <a:rPr lang="en-US" dirty="0"/>
              <a:t>Click to add content</a:t>
            </a:r>
          </a:p>
        </p:txBody>
      </p:sp>
      <p:sp>
        <p:nvSpPr>
          <p:cNvPr id="15" name="TextBox 14">
            <a:extLst>
              <a:ext uri="{FF2B5EF4-FFF2-40B4-BE49-F238E27FC236}">
                <a16:creationId xmlns:a16="http://schemas.microsoft.com/office/drawing/2014/main" id="{7D7C7E2F-CBB6-3DA8-328B-93B2C3D314FE}"/>
              </a:ext>
            </a:extLst>
          </p:cNvPr>
          <p:cNvSpPr txBox="1"/>
          <p:nvPr userDrawn="1"/>
        </p:nvSpPr>
        <p:spPr>
          <a:xfrm>
            <a:off x="284086" y="82112"/>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6" name="Graphic 15" descr="Link with solid fill">
            <a:extLst>
              <a:ext uri="{FF2B5EF4-FFF2-40B4-BE49-F238E27FC236}">
                <a16:creationId xmlns:a16="http://schemas.microsoft.com/office/drawing/2014/main" id="{FADC828C-E869-ECEE-CC36-E1BAF402810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3659"/>
            <a:ext cx="280715" cy="280715"/>
          </a:xfrm>
          <a:prstGeom prst="rect">
            <a:avLst/>
          </a:prstGeom>
        </p:spPr>
      </p:pic>
      <p:pic>
        <p:nvPicPr>
          <p:cNvPr id="19" name="Picture 18" descr="A purple text on a black background&#10;&#10;Description automatically generated">
            <a:extLst>
              <a:ext uri="{FF2B5EF4-FFF2-40B4-BE49-F238E27FC236}">
                <a16:creationId xmlns:a16="http://schemas.microsoft.com/office/drawing/2014/main" id="{404A3745-F99F-76E5-CB7B-90B171817CED}"/>
              </a:ext>
            </a:extLst>
          </p:cNvPr>
          <p:cNvPicPr>
            <a:picLocks noChangeAspect="1"/>
          </p:cNvPicPr>
          <p:nvPr userDrawn="1"/>
        </p:nvPicPr>
        <p:blipFill rotWithShape="1">
          <a:blip r:embed="rId2"/>
          <a:srcRect t="19573" r="26581" b="17767"/>
          <a:stretch/>
        </p:blipFill>
        <p:spPr>
          <a:xfrm>
            <a:off x="131747" y="6104272"/>
            <a:ext cx="2529169" cy="555057"/>
          </a:xfrm>
          <a:prstGeom prst="rect">
            <a:avLst/>
          </a:prstGeom>
          <a:effectLst>
            <a:glow rad="114300">
              <a:schemeClr val="bg1"/>
            </a:glow>
          </a:effectLst>
        </p:spPr>
      </p:pic>
      <p:pic>
        <p:nvPicPr>
          <p:cNvPr id="20" name="Picture 19" descr="A colorful star logo with black background&#10;&#10;Description automatically generated">
            <a:extLst>
              <a:ext uri="{FF2B5EF4-FFF2-40B4-BE49-F238E27FC236}">
                <a16:creationId xmlns:a16="http://schemas.microsoft.com/office/drawing/2014/main" id="{08E24767-CEC5-1075-B15B-31A78966B5E5}"/>
              </a:ext>
            </a:extLst>
          </p:cNvPr>
          <p:cNvPicPr>
            <a:picLocks noChangeAspect="1"/>
          </p:cNvPicPr>
          <p:nvPr userDrawn="1"/>
        </p:nvPicPr>
        <p:blipFill rotWithShape="1">
          <a:blip r:embed="rId3"/>
          <a:srcRect l="22502" r="22624" b="43530"/>
          <a:stretch/>
        </p:blipFill>
        <p:spPr>
          <a:xfrm>
            <a:off x="11432927" y="105999"/>
            <a:ext cx="626710" cy="600307"/>
          </a:xfrm>
          <a:prstGeom prst="rect">
            <a:avLst/>
          </a:prstGeom>
          <a:effectLst>
            <a:glow rad="88900">
              <a:schemeClr val="bg1"/>
            </a:glow>
          </a:effectLst>
        </p:spPr>
      </p:pic>
    </p:spTree>
    <p:extLst>
      <p:ext uri="{BB962C8B-B14F-4D97-AF65-F5344CB8AC3E}">
        <p14:creationId xmlns:p14="http://schemas.microsoft.com/office/powerpoint/2010/main" val="2093243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0DE8D28-1635-A4F8-1AAF-DF77268D02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3BA0B500-3357-3C9D-A9DF-4C3720480241}"/>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A3D546E-7177-89ED-E302-29148E78A481}"/>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6897E7F7-7C4B-49AC-EEE3-E556A8A055B1}"/>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227ADD0A-FF1F-AC1E-3686-D490665FCD5B}"/>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2" name="TextBox 11">
            <a:extLst>
              <a:ext uri="{FF2B5EF4-FFF2-40B4-BE49-F238E27FC236}">
                <a16:creationId xmlns:a16="http://schemas.microsoft.com/office/drawing/2014/main" id="{779F1CBA-F37E-5BEF-99C0-80ACC1196A2F}"/>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3" name="Graphic 12" descr="Link with solid fill">
            <a:extLst>
              <a:ext uri="{FF2B5EF4-FFF2-40B4-BE49-F238E27FC236}">
                <a16:creationId xmlns:a16="http://schemas.microsoft.com/office/drawing/2014/main" id="{E200A95B-0B5D-66A7-AE08-B8D6F6478B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481666"/>
            <a:ext cx="10515600" cy="1325563"/>
          </a:xfrm>
        </p:spPr>
        <p:txBody>
          <a:bodyPr>
            <a:norm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199" y="1888379"/>
            <a:ext cx="6790765" cy="4351338"/>
          </a:xfrm>
        </p:spPr>
        <p:txBody>
          <a:bodyPr>
            <a:normAutofit/>
          </a:bodyPr>
          <a:lstStyle>
            <a:lvl1pPr>
              <a:defRPr sz="2800" b="0" i="0">
                <a:latin typeface="+mn-lt"/>
                <a:ea typeface="Open Sans Light" pitchFamily="2" charset="0"/>
                <a:cs typeface="Open Sans Light" pitchFamily="2" charset="0"/>
              </a:defRPr>
            </a:lvl1pPr>
          </a:lstStyle>
          <a:p>
            <a:pPr lvl="0"/>
            <a:r>
              <a:rPr lang="en-US" dirty="0"/>
              <a:t>Click to edit text</a:t>
            </a:r>
          </a:p>
        </p:txBody>
      </p:sp>
      <p:sp>
        <p:nvSpPr>
          <p:cNvPr id="14" name="Content Placeholder 2">
            <a:extLst>
              <a:ext uri="{FF2B5EF4-FFF2-40B4-BE49-F238E27FC236}">
                <a16:creationId xmlns:a16="http://schemas.microsoft.com/office/drawing/2014/main" id="{F1B377CC-1298-2CDD-1506-C2B50B5CC29A}"/>
              </a:ext>
            </a:extLst>
          </p:cNvPr>
          <p:cNvSpPr>
            <a:spLocks noGrp="1"/>
          </p:cNvSpPr>
          <p:nvPr>
            <p:ph sz="half" idx="10" hasCustomPrompt="1"/>
          </p:nvPr>
        </p:nvSpPr>
        <p:spPr>
          <a:xfrm>
            <a:off x="7873407" y="1897344"/>
            <a:ext cx="3484875" cy="4351338"/>
          </a:xfrm>
        </p:spPr>
        <p:txBody>
          <a:bodyPr>
            <a:normAutofit/>
          </a:bodyPr>
          <a:lstStyle>
            <a:lvl1pPr>
              <a:defRPr sz="2800" b="0" i="0">
                <a:latin typeface="+mn-lt"/>
                <a:ea typeface="Open Sans Light" pitchFamily="2" charset="0"/>
                <a:cs typeface="Open Sans Light" pitchFamily="2" charset="0"/>
              </a:defRPr>
            </a:lvl1pPr>
          </a:lstStyle>
          <a:p>
            <a:pPr lvl="0"/>
            <a:r>
              <a:rPr lang="en-US" dirty="0"/>
              <a:t>Click to add image</a:t>
            </a:r>
          </a:p>
        </p:txBody>
      </p:sp>
    </p:spTree>
    <p:extLst>
      <p:ext uri="{BB962C8B-B14F-4D97-AF65-F5344CB8AC3E}">
        <p14:creationId xmlns:p14="http://schemas.microsoft.com/office/powerpoint/2010/main" val="2962329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Alt 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0DE8D28-1635-A4F8-1AAF-DF77268D02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3BA0B500-3357-3C9D-A9DF-4C3720480241}"/>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A3D546E-7177-89ED-E302-29148E78A481}"/>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6897E7F7-7C4B-49AC-EEE3-E556A8A055B1}"/>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227ADD0A-FF1F-AC1E-3686-D490665FCD5B}"/>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2" name="TextBox 11">
            <a:extLst>
              <a:ext uri="{FF2B5EF4-FFF2-40B4-BE49-F238E27FC236}">
                <a16:creationId xmlns:a16="http://schemas.microsoft.com/office/drawing/2014/main" id="{779F1CBA-F37E-5BEF-99C0-80ACC1196A2F}"/>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3" name="Graphic 12" descr="Link with solid fill">
            <a:extLst>
              <a:ext uri="{FF2B5EF4-FFF2-40B4-BE49-F238E27FC236}">
                <a16:creationId xmlns:a16="http://schemas.microsoft.com/office/drawing/2014/main" id="{E200A95B-0B5D-66A7-AE08-B8D6F6478B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481666"/>
            <a:ext cx="10515600" cy="1325563"/>
          </a:xfrm>
        </p:spPr>
        <p:txBody>
          <a:bodyPr>
            <a:norm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4567517" y="1888379"/>
            <a:ext cx="6790765" cy="4351338"/>
          </a:xfrm>
        </p:spPr>
        <p:txBody>
          <a:bodyPr>
            <a:normAutofit/>
          </a:bodyPr>
          <a:lstStyle>
            <a:lvl1pPr>
              <a:defRPr sz="2800" b="0" i="0">
                <a:latin typeface="+mn-lt"/>
                <a:ea typeface="Open Sans Light" pitchFamily="2" charset="0"/>
                <a:cs typeface="Open Sans Light" pitchFamily="2" charset="0"/>
              </a:defRPr>
            </a:lvl1pPr>
          </a:lstStyle>
          <a:p>
            <a:pPr lvl="0"/>
            <a:r>
              <a:rPr lang="en-US" dirty="0"/>
              <a:t>Click to edit text</a:t>
            </a:r>
          </a:p>
        </p:txBody>
      </p:sp>
      <p:sp>
        <p:nvSpPr>
          <p:cNvPr id="14" name="Content Placeholder 2">
            <a:extLst>
              <a:ext uri="{FF2B5EF4-FFF2-40B4-BE49-F238E27FC236}">
                <a16:creationId xmlns:a16="http://schemas.microsoft.com/office/drawing/2014/main" id="{F1B377CC-1298-2CDD-1506-C2B50B5CC29A}"/>
              </a:ext>
            </a:extLst>
          </p:cNvPr>
          <p:cNvSpPr>
            <a:spLocks noGrp="1"/>
          </p:cNvSpPr>
          <p:nvPr>
            <p:ph sz="half" idx="10" hasCustomPrompt="1"/>
          </p:nvPr>
        </p:nvSpPr>
        <p:spPr>
          <a:xfrm>
            <a:off x="838199" y="1897344"/>
            <a:ext cx="3484875" cy="4351338"/>
          </a:xfrm>
        </p:spPr>
        <p:txBody>
          <a:bodyPr>
            <a:normAutofit/>
          </a:bodyPr>
          <a:lstStyle>
            <a:lvl1pPr>
              <a:defRPr sz="2800" b="0" i="0">
                <a:latin typeface="+mn-lt"/>
                <a:ea typeface="Open Sans Light" pitchFamily="2" charset="0"/>
                <a:cs typeface="Open Sans Light" pitchFamily="2" charset="0"/>
              </a:defRPr>
            </a:lvl1pPr>
          </a:lstStyle>
          <a:p>
            <a:pPr lvl="0"/>
            <a:r>
              <a:rPr lang="en-US" dirty="0"/>
              <a:t>Click to add image</a:t>
            </a:r>
          </a:p>
        </p:txBody>
      </p:sp>
    </p:spTree>
    <p:extLst>
      <p:ext uri="{BB962C8B-B14F-4D97-AF65-F5344CB8AC3E}">
        <p14:creationId xmlns:p14="http://schemas.microsoft.com/office/powerpoint/2010/main" val="3500897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3E8026-73D0-C5A8-DB1E-3114166CB1CF}"/>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D0F31A5-5900-05F9-B2E1-A8D46FBD361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3" name="TextBox 12">
            <a:extLst>
              <a:ext uri="{FF2B5EF4-FFF2-40B4-BE49-F238E27FC236}">
                <a16:creationId xmlns:a16="http://schemas.microsoft.com/office/drawing/2014/main" id="{70DADB04-DD61-01EC-F2D0-88AD1B95FF1A}"/>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4" name="Graphic 13" descr="Link with solid fill">
            <a:extLst>
              <a:ext uri="{FF2B5EF4-FFF2-40B4-BE49-F238E27FC236}">
                <a16:creationId xmlns:a16="http://schemas.microsoft.com/office/drawing/2014/main" id="{E75384A4-BE80-ABA2-CFA9-012BB5E0B86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4498210"/>
            <a:ext cx="10515600" cy="1759156"/>
          </a:xfrm>
        </p:spPr>
        <p:txBody>
          <a:body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1882741"/>
            <a:ext cx="4871991" cy="2518929"/>
          </a:xfrm>
        </p:spPr>
        <p:txBody>
          <a:bodyPr/>
          <a:lstStyle/>
          <a:p>
            <a:pPr lvl="0"/>
            <a:r>
              <a:rPr lang="en-US" dirty="0"/>
              <a:t>Click to add image</a:t>
            </a:r>
          </a:p>
        </p:txBody>
      </p:sp>
      <p:sp>
        <p:nvSpPr>
          <p:cNvPr id="4" name="Content Placeholder 3">
            <a:extLst>
              <a:ext uri="{FF2B5EF4-FFF2-40B4-BE49-F238E27FC236}">
                <a16:creationId xmlns:a16="http://schemas.microsoft.com/office/drawing/2014/main" id="{B0DE8D28-1635-A4F8-1AAF-DF77268D0220}"/>
              </a:ext>
            </a:extLst>
          </p:cNvPr>
          <p:cNvSpPr>
            <a:spLocks noGrp="1"/>
          </p:cNvSpPr>
          <p:nvPr>
            <p:ph sz="half" idx="2" hasCustomPrompt="1"/>
          </p:nvPr>
        </p:nvSpPr>
        <p:spPr>
          <a:xfrm>
            <a:off x="6172200" y="1882741"/>
            <a:ext cx="5181600" cy="2518929"/>
          </a:xfrm>
        </p:spPr>
        <p:txBody>
          <a:body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Tree>
    <p:extLst>
      <p:ext uri="{BB962C8B-B14F-4D97-AF65-F5344CB8AC3E}">
        <p14:creationId xmlns:p14="http://schemas.microsoft.com/office/powerpoint/2010/main" val="796537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lt 3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3E8026-73D0-C5A8-DB1E-3114166CB1CF}"/>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D0F31A5-5900-05F9-B2E1-A8D46FBD361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3" name="TextBox 12">
            <a:extLst>
              <a:ext uri="{FF2B5EF4-FFF2-40B4-BE49-F238E27FC236}">
                <a16:creationId xmlns:a16="http://schemas.microsoft.com/office/drawing/2014/main" id="{70DADB04-DD61-01EC-F2D0-88AD1B95FF1A}"/>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4" name="Graphic 13" descr="Link with solid fill">
            <a:extLst>
              <a:ext uri="{FF2B5EF4-FFF2-40B4-BE49-F238E27FC236}">
                <a16:creationId xmlns:a16="http://schemas.microsoft.com/office/drawing/2014/main" id="{E75384A4-BE80-ABA2-CFA9-012BB5E0B86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1882741"/>
            <a:ext cx="10515600" cy="1759156"/>
          </a:xfrm>
        </p:spPr>
        <p:txBody>
          <a:body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3787407"/>
            <a:ext cx="4871991" cy="2518929"/>
          </a:xfrm>
        </p:spPr>
        <p:txBody>
          <a:bodyPr/>
          <a:lstStyle/>
          <a:p>
            <a:pPr lvl="0"/>
            <a:r>
              <a:rPr lang="en-US" dirty="0"/>
              <a:t>Click to add image</a:t>
            </a:r>
          </a:p>
        </p:txBody>
      </p:sp>
      <p:sp>
        <p:nvSpPr>
          <p:cNvPr id="4" name="Content Placeholder 3">
            <a:extLst>
              <a:ext uri="{FF2B5EF4-FFF2-40B4-BE49-F238E27FC236}">
                <a16:creationId xmlns:a16="http://schemas.microsoft.com/office/drawing/2014/main" id="{B0DE8D28-1635-A4F8-1AAF-DF77268D0220}"/>
              </a:ext>
            </a:extLst>
          </p:cNvPr>
          <p:cNvSpPr>
            <a:spLocks noGrp="1"/>
          </p:cNvSpPr>
          <p:nvPr>
            <p:ph sz="half" idx="2" hasCustomPrompt="1"/>
          </p:nvPr>
        </p:nvSpPr>
        <p:spPr>
          <a:xfrm>
            <a:off x="6172200" y="3787407"/>
            <a:ext cx="5181600" cy="2518929"/>
          </a:xfrm>
        </p:spPr>
        <p:txBody>
          <a:body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Tree>
    <p:extLst>
      <p:ext uri="{BB962C8B-B14F-4D97-AF65-F5344CB8AC3E}">
        <p14:creationId xmlns:p14="http://schemas.microsoft.com/office/powerpoint/2010/main" val="799715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3E8026-73D0-C5A8-DB1E-3114166CB1CF}"/>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D0F31A5-5900-05F9-B2E1-A8D46FBD361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3" name="TextBox 12">
            <a:extLst>
              <a:ext uri="{FF2B5EF4-FFF2-40B4-BE49-F238E27FC236}">
                <a16:creationId xmlns:a16="http://schemas.microsoft.com/office/drawing/2014/main" id="{70DADB04-DD61-01EC-F2D0-88AD1B95FF1A}"/>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4" name="Graphic 13" descr="Link with solid fill">
            <a:extLst>
              <a:ext uri="{FF2B5EF4-FFF2-40B4-BE49-F238E27FC236}">
                <a16:creationId xmlns:a16="http://schemas.microsoft.com/office/drawing/2014/main" id="{E75384A4-BE80-ABA2-CFA9-012BB5E0B86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4495112"/>
            <a:ext cx="10515600" cy="1759156"/>
          </a:xfrm>
        </p:spPr>
        <p:txBody>
          <a:body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1882741"/>
            <a:ext cx="3276600" cy="2518929"/>
          </a:xfrm>
        </p:spPr>
        <p:txBody>
          <a:body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2" name="Content Placeholder 2">
            <a:extLst>
              <a:ext uri="{FF2B5EF4-FFF2-40B4-BE49-F238E27FC236}">
                <a16:creationId xmlns:a16="http://schemas.microsoft.com/office/drawing/2014/main" id="{A41EBA4F-8F72-54E5-2B09-EA908F62E363}"/>
              </a:ext>
            </a:extLst>
          </p:cNvPr>
          <p:cNvSpPr>
            <a:spLocks noGrp="1"/>
          </p:cNvSpPr>
          <p:nvPr>
            <p:ph sz="half" idx="11" hasCustomPrompt="1"/>
          </p:nvPr>
        </p:nvSpPr>
        <p:spPr>
          <a:xfrm>
            <a:off x="4457700" y="1891706"/>
            <a:ext cx="3276600" cy="2518929"/>
          </a:xfrm>
        </p:spPr>
        <p:txBody>
          <a:bodyPr/>
          <a:lstStyle/>
          <a:p>
            <a:pPr lvl="0"/>
            <a:r>
              <a:rPr lang="en-US" dirty="0"/>
              <a:t>Click to add image</a:t>
            </a:r>
          </a:p>
        </p:txBody>
      </p:sp>
      <p:sp>
        <p:nvSpPr>
          <p:cNvPr id="5" name="Content Placeholder 2">
            <a:extLst>
              <a:ext uri="{FF2B5EF4-FFF2-40B4-BE49-F238E27FC236}">
                <a16:creationId xmlns:a16="http://schemas.microsoft.com/office/drawing/2014/main" id="{43954507-0802-5324-53E2-350830C17D5A}"/>
              </a:ext>
            </a:extLst>
          </p:cNvPr>
          <p:cNvSpPr>
            <a:spLocks noGrp="1"/>
          </p:cNvSpPr>
          <p:nvPr>
            <p:ph sz="half" idx="12" hasCustomPrompt="1"/>
          </p:nvPr>
        </p:nvSpPr>
        <p:spPr>
          <a:xfrm>
            <a:off x="8072719" y="1891706"/>
            <a:ext cx="3276600" cy="2518929"/>
          </a:xfrm>
        </p:spPr>
        <p:txBody>
          <a:bodyPr/>
          <a:lstStyle/>
          <a:p>
            <a:pPr lvl="0"/>
            <a:r>
              <a:rPr lang="en-US" dirty="0"/>
              <a:t>Click to add image</a:t>
            </a:r>
          </a:p>
        </p:txBody>
      </p:sp>
    </p:spTree>
    <p:extLst>
      <p:ext uri="{BB962C8B-B14F-4D97-AF65-F5344CB8AC3E}">
        <p14:creationId xmlns:p14="http://schemas.microsoft.com/office/powerpoint/2010/main" val="347216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t 4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3E8026-73D0-C5A8-DB1E-3114166CB1CF}"/>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D0F31A5-5900-05F9-B2E1-A8D46FBD361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3" name="TextBox 12">
            <a:extLst>
              <a:ext uri="{FF2B5EF4-FFF2-40B4-BE49-F238E27FC236}">
                <a16:creationId xmlns:a16="http://schemas.microsoft.com/office/drawing/2014/main" id="{70DADB04-DD61-01EC-F2D0-88AD1B95FF1A}"/>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4" name="Graphic 13" descr="Link with solid fill">
            <a:extLst>
              <a:ext uri="{FF2B5EF4-FFF2-40B4-BE49-F238E27FC236}">
                <a16:creationId xmlns:a16="http://schemas.microsoft.com/office/drawing/2014/main" id="{E75384A4-BE80-ABA2-CFA9-012BB5E0B86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1882741"/>
            <a:ext cx="10515600" cy="1759156"/>
          </a:xfrm>
        </p:spPr>
        <p:txBody>
          <a:body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3787407"/>
            <a:ext cx="3276600" cy="2518929"/>
          </a:xfrm>
        </p:spPr>
        <p:txBody>
          <a:body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2" name="Content Placeholder 2">
            <a:extLst>
              <a:ext uri="{FF2B5EF4-FFF2-40B4-BE49-F238E27FC236}">
                <a16:creationId xmlns:a16="http://schemas.microsoft.com/office/drawing/2014/main" id="{A41EBA4F-8F72-54E5-2B09-EA908F62E363}"/>
              </a:ext>
            </a:extLst>
          </p:cNvPr>
          <p:cNvSpPr>
            <a:spLocks noGrp="1"/>
          </p:cNvSpPr>
          <p:nvPr>
            <p:ph sz="half" idx="11" hasCustomPrompt="1"/>
          </p:nvPr>
        </p:nvSpPr>
        <p:spPr>
          <a:xfrm>
            <a:off x="4457700" y="3796372"/>
            <a:ext cx="3276600" cy="2518929"/>
          </a:xfrm>
        </p:spPr>
        <p:txBody>
          <a:bodyPr/>
          <a:lstStyle/>
          <a:p>
            <a:pPr lvl="0"/>
            <a:r>
              <a:rPr lang="en-US" dirty="0"/>
              <a:t>Click to add image</a:t>
            </a:r>
          </a:p>
        </p:txBody>
      </p:sp>
      <p:sp>
        <p:nvSpPr>
          <p:cNvPr id="5" name="Content Placeholder 2">
            <a:extLst>
              <a:ext uri="{FF2B5EF4-FFF2-40B4-BE49-F238E27FC236}">
                <a16:creationId xmlns:a16="http://schemas.microsoft.com/office/drawing/2014/main" id="{43954507-0802-5324-53E2-350830C17D5A}"/>
              </a:ext>
            </a:extLst>
          </p:cNvPr>
          <p:cNvSpPr>
            <a:spLocks noGrp="1"/>
          </p:cNvSpPr>
          <p:nvPr>
            <p:ph sz="half" idx="12" hasCustomPrompt="1"/>
          </p:nvPr>
        </p:nvSpPr>
        <p:spPr>
          <a:xfrm>
            <a:off x="8072719" y="3796372"/>
            <a:ext cx="3276600" cy="2518929"/>
          </a:xfrm>
        </p:spPr>
        <p:txBody>
          <a:bodyPr/>
          <a:lstStyle/>
          <a:p>
            <a:pPr lvl="0"/>
            <a:r>
              <a:rPr lang="en-US" dirty="0"/>
              <a:t>Click to add image</a:t>
            </a:r>
          </a:p>
        </p:txBody>
      </p:sp>
    </p:spTree>
    <p:extLst>
      <p:ext uri="{BB962C8B-B14F-4D97-AF65-F5344CB8AC3E}">
        <p14:creationId xmlns:p14="http://schemas.microsoft.com/office/powerpoint/2010/main" val="2594030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706014-F171-15C0-C74A-3436728C9590}"/>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37862C0-7694-AD55-99BF-CA09FE412C2F}"/>
              </a:ext>
            </a:extLst>
          </p:cNvPr>
          <p:cNvSpPr/>
          <p:nvPr userDrawn="1"/>
        </p:nvSpPr>
        <p:spPr>
          <a:xfrm>
            <a:off x="34033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FBB6C951-3288-DB1A-9952-3076032BA85B}"/>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BD0F15A2-3D4C-5C40-1658-9801E3A6BFBA}"/>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2" name="TextBox 11">
            <a:extLst>
              <a:ext uri="{FF2B5EF4-FFF2-40B4-BE49-F238E27FC236}">
                <a16:creationId xmlns:a16="http://schemas.microsoft.com/office/drawing/2014/main" id="{B037EBC6-2E13-B302-93EF-E0471E7320D9}"/>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3" name="Graphic 12" descr="Link with solid fill">
            <a:extLst>
              <a:ext uri="{FF2B5EF4-FFF2-40B4-BE49-F238E27FC236}">
                <a16:creationId xmlns:a16="http://schemas.microsoft.com/office/drawing/2014/main" id="{9096601E-14C7-2E07-25DF-A6E9CC70238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503278"/>
            <a:ext cx="10515600" cy="1325563"/>
          </a:xfrm>
        </p:spPr>
        <p:txBody>
          <a:bodyPr>
            <a:norm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3505200" y="1925966"/>
            <a:ext cx="5181600" cy="4367257"/>
          </a:xfrm>
        </p:spPr>
        <p:txBody>
          <a:bodyPr/>
          <a:lstStyle/>
          <a:p>
            <a:pPr lvl="0"/>
            <a:r>
              <a:rPr lang="en-US" dirty="0"/>
              <a:t>Click to edit text</a:t>
            </a:r>
          </a:p>
        </p:txBody>
      </p:sp>
      <p:sp>
        <p:nvSpPr>
          <p:cNvPr id="14" name="Content Placeholder 2">
            <a:extLst>
              <a:ext uri="{FF2B5EF4-FFF2-40B4-BE49-F238E27FC236}">
                <a16:creationId xmlns:a16="http://schemas.microsoft.com/office/drawing/2014/main" id="{1742ADE3-BD95-9FBD-C4AA-398B29EDE8CE}"/>
              </a:ext>
            </a:extLst>
          </p:cNvPr>
          <p:cNvSpPr>
            <a:spLocks noGrp="1"/>
          </p:cNvSpPr>
          <p:nvPr>
            <p:ph sz="half" idx="10" hasCustomPrompt="1"/>
          </p:nvPr>
        </p:nvSpPr>
        <p:spPr>
          <a:xfrm>
            <a:off x="838200" y="1925967"/>
            <a:ext cx="2570148" cy="2136341"/>
          </a:xfrm>
        </p:spPr>
        <p:txBody>
          <a:bodyPr/>
          <a:lstStyle/>
          <a:p>
            <a:pPr lvl="0"/>
            <a:r>
              <a:rPr lang="en-US" dirty="0"/>
              <a:t>Click to add image</a:t>
            </a:r>
          </a:p>
        </p:txBody>
      </p:sp>
      <p:sp>
        <p:nvSpPr>
          <p:cNvPr id="16" name="Content Placeholder 2">
            <a:extLst>
              <a:ext uri="{FF2B5EF4-FFF2-40B4-BE49-F238E27FC236}">
                <a16:creationId xmlns:a16="http://schemas.microsoft.com/office/drawing/2014/main" id="{349FDC43-AF17-73FD-3372-89B0479FC899}"/>
              </a:ext>
            </a:extLst>
          </p:cNvPr>
          <p:cNvSpPr>
            <a:spLocks noGrp="1"/>
          </p:cNvSpPr>
          <p:nvPr>
            <p:ph sz="half" idx="11" hasCustomPrompt="1"/>
          </p:nvPr>
        </p:nvSpPr>
        <p:spPr>
          <a:xfrm>
            <a:off x="838200" y="4156883"/>
            <a:ext cx="2570148" cy="2136341"/>
          </a:xfrm>
        </p:spPr>
        <p:txBody>
          <a:bodyPr/>
          <a:lstStyle/>
          <a:p>
            <a:pPr lvl="0"/>
            <a:r>
              <a:rPr lang="en-US" dirty="0"/>
              <a:t>Click to add image</a:t>
            </a:r>
          </a:p>
        </p:txBody>
      </p:sp>
      <p:sp>
        <p:nvSpPr>
          <p:cNvPr id="17" name="Content Placeholder 2">
            <a:extLst>
              <a:ext uri="{FF2B5EF4-FFF2-40B4-BE49-F238E27FC236}">
                <a16:creationId xmlns:a16="http://schemas.microsoft.com/office/drawing/2014/main" id="{8F39427C-BDDB-910D-15D2-A20CE3DE1C74}"/>
              </a:ext>
            </a:extLst>
          </p:cNvPr>
          <p:cNvSpPr>
            <a:spLocks noGrp="1"/>
          </p:cNvSpPr>
          <p:nvPr>
            <p:ph sz="half" idx="12" hasCustomPrompt="1"/>
          </p:nvPr>
        </p:nvSpPr>
        <p:spPr>
          <a:xfrm>
            <a:off x="8780928" y="1925967"/>
            <a:ext cx="2570148" cy="2136341"/>
          </a:xfrm>
        </p:spPr>
        <p:txBody>
          <a:bodyPr/>
          <a:lstStyle/>
          <a:p>
            <a:pPr lvl="0"/>
            <a:r>
              <a:rPr lang="en-US" dirty="0"/>
              <a:t>Click to add image</a:t>
            </a:r>
          </a:p>
        </p:txBody>
      </p:sp>
      <p:sp>
        <p:nvSpPr>
          <p:cNvPr id="18" name="Content Placeholder 2">
            <a:extLst>
              <a:ext uri="{FF2B5EF4-FFF2-40B4-BE49-F238E27FC236}">
                <a16:creationId xmlns:a16="http://schemas.microsoft.com/office/drawing/2014/main" id="{B80EDAD4-5E86-1867-1B20-092B2F7776C0}"/>
              </a:ext>
            </a:extLst>
          </p:cNvPr>
          <p:cNvSpPr>
            <a:spLocks noGrp="1"/>
          </p:cNvSpPr>
          <p:nvPr>
            <p:ph sz="half" idx="13" hasCustomPrompt="1"/>
          </p:nvPr>
        </p:nvSpPr>
        <p:spPr>
          <a:xfrm>
            <a:off x="8780928" y="4156883"/>
            <a:ext cx="2570148" cy="2136341"/>
          </a:xfrm>
        </p:spPr>
        <p:txBody>
          <a:bodyPr/>
          <a:lstStyle/>
          <a:p>
            <a:pPr lvl="0"/>
            <a:r>
              <a:rPr lang="en-US" dirty="0"/>
              <a:t>Click to add image</a:t>
            </a:r>
          </a:p>
        </p:txBody>
      </p:sp>
    </p:spTree>
    <p:extLst>
      <p:ext uri="{BB962C8B-B14F-4D97-AF65-F5344CB8AC3E}">
        <p14:creationId xmlns:p14="http://schemas.microsoft.com/office/powerpoint/2010/main" val="117767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x2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706014-F171-15C0-C74A-3436728C9590}"/>
              </a:ext>
            </a:extLst>
          </p:cNvPr>
          <p:cNvSpPr/>
          <p:nvPr userDrawn="1"/>
        </p:nvSpPr>
        <p:spPr>
          <a:xfrm>
            <a:off x="0" y="0"/>
            <a:ext cx="12192000" cy="6858000"/>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37862C0-7694-AD55-99BF-CA09FE412C2F}"/>
              </a:ext>
            </a:extLst>
          </p:cNvPr>
          <p:cNvSpPr/>
          <p:nvPr userDrawn="1"/>
        </p:nvSpPr>
        <p:spPr>
          <a:xfrm>
            <a:off x="34033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FBB6C951-3288-DB1A-9952-3076032BA85B}"/>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BD0F15A2-3D4C-5C40-1658-9801E3A6BFBA}"/>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2" name="TextBox 11">
            <a:extLst>
              <a:ext uri="{FF2B5EF4-FFF2-40B4-BE49-F238E27FC236}">
                <a16:creationId xmlns:a16="http://schemas.microsoft.com/office/drawing/2014/main" id="{B037EBC6-2E13-B302-93EF-E0471E7320D9}"/>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3" name="Graphic 12" descr="Link with solid fill">
            <a:extLst>
              <a:ext uri="{FF2B5EF4-FFF2-40B4-BE49-F238E27FC236}">
                <a16:creationId xmlns:a16="http://schemas.microsoft.com/office/drawing/2014/main" id="{9096601E-14C7-2E07-25DF-A6E9CC70238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503278"/>
            <a:ext cx="10515600" cy="1325563"/>
          </a:xfrm>
        </p:spPr>
        <p:txBody>
          <a:bodyPr>
            <a:normAutofit/>
          </a:bodyPr>
          <a:lstStyle>
            <a:lvl1pPr>
              <a:defRPr sz="5400" b="1" i="0">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14" name="Content Placeholder 2">
            <a:extLst>
              <a:ext uri="{FF2B5EF4-FFF2-40B4-BE49-F238E27FC236}">
                <a16:creationId xmlns:a16="http://schemas.microsoft.com/office/drawing/2014/main" id="{1742ADE3-BD95-9FBD-C4AA-398B29EDE8CE}"/>
              </a:ext>
            </a:extLst>
          </p:cNvPr>
          <p:cNvSpPr>
            <a:spLocks noGrp="1"/>
          </p:cNvSpPr>
          <p:nvPr>
            <p:ph sz="half" idx="10" hasCustomPrompt="1"/>
          </p:nvPr>
        </p:nvSpPr>
        <p:spPr>
          <a:xfrm>
            <a:off x="4810926" y="1925967"/>
            <a:ext cx="2570148" cy="2136341"/>
          </a:xfrm>
        </p:spPr>
        <p:txBody>
          <a:bodyPr/>
          <a:lstStyle/>
          <a:p>
            <a:pPr lvl="0"/>
            <a:r>
              <a:rPr lang="en-US" dirty="0"/>
              <a:t>Click to add image</a:t>
            </a:r>
          </a:p>
        </p:txBody>
      </p:sp>
      <p:sp>
        <p:nvSpPr>
          <p:cNvPr id="16" name="Content Placeholder 2">
            <a:extLst>
              <a:ext uri="{FF2B5EF4-FFF2-40B4-BE49-F238E27FC236}">
                <a16:creationId xmlns:a16="http://schemas.microsoft.com/office/drawing/2014/main" id="{349FDC43-AF17-73FD-3372-89B0479FC899}"/>
              </a:ext>
            </a:extLst>
          </p:cNvPr>
          <p:cNvSpPr>
            <a:spLocks noGrp="1"/>
          </p:cNvSpPr>
          <p:nvPr>
            <p:ph sz="half" idx="11" hasCustomPrompt="1"/>
          </p:nvPr>
        </p:nvSpPr>
        <p:spPr>
          <a:xfrm>
            <a:off x="4810926" y="4156883"/>
            <a:ext cx="2570148" cy="2136341"/>
          </a:xfrm>
        </p:spPr>
        <p:txBody>
          <a:bodyPr/>
          <a:lstStyle/>
          <a:p>
            <a:pPr lvl="0"/>
            <a:r>
              <a:rPr lang="en-US" dirty="0"/>
              <a:t>Click to add image</a:t>
            </a:r>
          </a:p>
        </p:txBody>
      </p:sp>
      <p:sp>
        <p:nvSpPr>
          <p:cNvPr id="4" name="Content Placeholder 2">
            <a:extLst>
              <a:ext uri="{FF2B5EF4-FFF2-40B4-BE49-F238E27FC236}">
                <a16:creationId xmlns:a16="http://schemas.microsoft.com/office/drawing/2014/main" id="{0D9C8F19-5607-4444-B661-DCA403F0D17B}"/>
              </a:ext>
            </a:extLst>
          </p:cNvPr>
          <p:cNvSpPr>
            <a:spLocks noGrp="1"/>
          </p:cNvSpPr>
          <p:nvPr>
            <p:ph sz="half" idx="12" hasCustomPrompt="1"/>
          </p:nvPr>
        </p:nvSpPr>
        <p:spPr>
          <a:xfrm>
            <a:off x="839957" y="1925966"/>
            <a:ext cx="3785831" cy="4367257"/>
          </a:xfrm>
        </p:spPr>
        <p:txBody>
          <a:bodyPr/>
          <a:lstStyle/>
          <a:p>
            <a:pPr lvl="0"/>
            <a:r>
              <a:rPr lang="en-US" dirty="0"/>
              <a:t>Click to edit text</a:t>
            </a:r>
          </a:p>
        </p:txBody>
      </p:sp>
      <p:sp>
        <p:nvSpPr>
          <p:cNvPr id="5" name="Content Placeholder 2">
            <a:extLst>
              <a:ext uri="{FF2B5EF4-FFF2-40B4-BE49-F238E27FC236}">
                <a16:creationId xmlns:a16="http://schemas.microsoft.com/office/drawing/2014/main" id="{1867A41B-FBE9-AB25-80B8-B8EE5D5259ED}"/>
              </a:ext>
            </a:extLst>
          </p:cNvPr>
          <p:cNvSpPr>
            <a:spLocks noGrp="1"/>
          </p:cNvSpPr>
          <p:nvPr>
            <p:ph sz="half" idx="13" hasCustomPrompt="1"/>
          </p:nvPr>
        </p:nvSpPr>
        <p:spPr>
          <a:xfrm>
            <a:off x="7566213" y="1908037"/>
            <a:ext cx="3787278" cy="4367257"/>
          </a:xfrm>
        </p:spPr>
        <p:txBody>
          <a:bodyPr/>
          <a:lstStyle/>
          <a:p>
            <a:pPr lvl="0"/>
            <a:r>
              <a:rPr lang="en-US" dirty="0"/>
              <a:t>Click to edit text</a:t>
            </a:r>
          </a:p>
        </p:txBody>
      </p:sp>
    </p:spTree>
    <p:extLst>
      <p:ext uri="{BB962C8B-B14F-4D97-AF65-F5344CB8AC3E}">
        <p14:creationId xmlns:p14="http://schemas.microsoft.com/office/powerpoint/2010/main" val="2902572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362FD6-1D77-DC09-28C3-1267FDDB28FF}"/>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3AE0900-BF21-AF02-85BB-E334C3E8D2D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purple text on a black background&#10;&#10;Description automatically generated">
            <a:extLst>
              <a:ext uri="{FF2B5EF4-FFF2-40B4-BE49-F238E27FC236}">
                <a16:creationId xmlns:a16="http://schemas.microsoft.com/office/drawing/2014/main" id="{D4655E84-83B6-7C70-3CB0-68DC261792A5}"/>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28" name="Picture 27" descr="A colorful star logo with black background&#10;&#10;Description automatically generated">
            <a:extLst>
              <a:ext uri="{FF2B5EF4-FFF2-40B4-BE49-F238E27FC236}">
                <a16:creationId xmlns:a16="http://schemas.microsoft.com/office/drawing/2014/main" id="{04B7725C-702B-1313-87C6-5F20E6D85F4B}"/>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29" name="TextBox 28">
            <a:extLst>
              <a:ext uri="{FF2B5EF4-FFF2-40B4-BE49-F238E27FC236}">
                <a16:creationId xmlns:a16="http://schemas.microsoft.com/office/drawing/2014/main" id="{CA5BCF2D-7E08-0C44-DB3A-5631DF358DB5}"/>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30" name="Graphic 29" descr="Link with solid fill">
            <a:extLst>
              <a:ext uri="{FF2B5EF4-FFF2-40B4-BE49-F238E27FC236}">
                <a16:creationId xmlns:a16="http://schemas.microsoft.com/office/drawing/2014/main" id="{967F4149-FDE7-CF6A-5F6A-DF441AF68E8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31" name="Title 30">
            <a:extLst>
              <a:ext uri="{FF2B5EF4-FFF2-40B4-BE49-F238E27FC236}">
                <a16:creationId xmlns:a16="http://schemas.microsoft.com/office/drawing/2014/main" id="{9759B8C1-559D-DF2C-611F-D0EA94C3D597}"/>
              </a:ext>
            </a:extLst>
          </p:cNvPr>
          <p:cNvSpPr>
            <a:spLocks noGrp="1"/>
          </p:cNvSpPr>
          <p:nvPr>
            <p:ph type="title" hasCustomPrompt="1"/>
          </p:nvPr>
        </p:nvSpPr>
        <p:spPr>
          <a:xfrm>
            <a:off x="831850" y="2024023"/>
            <a:ext cx="10515600" cy="1325563"/>
          </a:xfrm>
        </p:spPr>
        <p:txBody>
          <a:bodyPr>
            <a:noAutofit/>
          </a:bodyPr>
          <a:lstStyle>
            <a:lvl1pPr algn="ctr">
              <a:defRPr sz="72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3" name="Text Placeholder 2">
            <a:extLst>
              <a:ext uri="{FF2B5EF4-FFF2-40B4-BE49-F238E27FC236}">
                <a16:creationId xmlns:a16="http://schemas.microsoft.com/office/drawing/2014/main" id="{471E23B4-573A-EC8E-4D69-9D8C243A7163}"/>
              </a:ext>
            </a:extLst>
          </p:cNvPr>
          <p:cNvSpPr>
            <a:spLocks noGrp="1"/>
          </p:cNvSpPr>
          <p:nvPr>
            <p:ph type="body" idx="1" hasCustomPrompt="1"/>
          </p:nvPr>
        </p:nvSpPr>
        <p:spPr>
          <a:xfrm>
            <a:off x="831850" y="3508415"/>
            <a:ext cx="10515600" cy="1500187"/>
          </a:xfrm>
        </p:spPr>
        <p:txBody>
          <a:bodyPr>
            <a:normAutofit/>
          </a:bodyPr>
          <a:lstStyle>
            <a:lvl1pPr marL="0" indent="0" algn="ctr">
              <a:buNone/>
              <a:defRPr sz="3200" b="1" i="0">
                <a:solidFill>
                  <a:schemeClr val="tx1"/>
                </a:solidFill>
                <a:latin typeface="Open Sans SemiBold" pitchFamily="2" charset="0"/>
                <a:ea typeface="Open Sans SemiBold" pitchFamily="2" charset="0"/>
                <a:cs typeface="Open Sans SemiBold"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Tree>
    <p:extLst>
      <p:ext uri="{BB962C8B-B14F-4D97-AF65-F5344CB8AC3E}">
        <p14:creationId xmlns:p14="http://schemas.microsoft.com/office/powerpoint/2010/main" val="2797547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6515E0-800C-CF04-2D44-D693CBE7EFE5}"/>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8317F4F-81AA-694F-2DD8-1C6EB01CEB37}"/>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2">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1" name="Graphic 10" descr="Link with solid fill">
            <a:extLst>
              <a:ext uri="{FF2B5EF4-FFF2-40B4-BE49-F238E27FC236}">
                <a16:creationId xmlns:a16="http://schemas.microsoft.com/office/drawing/2014/main" id="{C8238BBE-00FC-0DE0-E484-522E04811E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8614" y="84663"/>
            <a:ext cx="280715" cy="280715"/>
          </a:xfrm>
          <a:prstGeom prst="rect">
            <a:avLst/>
          </a:prstGeom>
        </p:spPr>
      </p:pic>
      <p:sp>
        <p:nvSpPr>
          <p:cNvPr id="7" name="Rectangle 6">
            <a:extLst>
              <a:ext uri="{FF2B5EF4-FFF2-40B4-BE49-F238E27FC236}">
                <a16:creationId xmlns:a16="http://schemas.microsoft.com/office/drawing/2014/main" id="{B87BEB76-834E-D6F2-3AE3-5469EB877951}"/>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1B4654-3391-DEB6-F905-49151B363DDD}"/>
              </a:ext>
            </a:extLst>
          </p:cNvPr>
          <p:cNvSpPr>
            <a:spLocks noGrp="1"/>
          </p:cNvSpPr>
          <p:nvPr>
            <p:ph type="title" hasCustomPrompt="1"/>
          </p:nvPr>
        </p:nvSpPr>
        <p:spPr>
          <a:xfrm>
            <a:off x="838200" y="510004"/>
            <a:ext cx="10515600" cy="1325563"/>
          </a:xfrm>
        </p:spPr>
        <p:txBody>
          <a:bodyPr>
            <a:no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FDC8CA38-EEAD-E583-739F-2BF4BCC3BDAE}"/>
              </a:ext>
            </a:extLst>
          </p:cNvPr>
          <p:cNvSpPr>
            <a:spLocks noGrp="1"/>
          </p:cNvSpPr>
          <p:nvPr>
            <p:ph idx="1" hasCustomPrompt="1"/>
          </p:nvPr>
        </p:nvSpPr>
        <p:spPr>
          <a:xfrm>
            <a:off x="838200" y="1939417"/>
            <a:ext cx="10515600" cy="4351338"/>
          </a:xfrm>
        </p:spPr>
        <p:txBody>
          <a:bodyPr>
            <a:normAutofit/>
          </a:bodyPr>
          <a:lstStyle>
            <a:lvl1pPr>
              <a:defRPr sz="3200"/>
            </a:lvl1pPr>
          </a:lstStyle>
          <a:p>
            <a:pPr lvl="0"/>
            <a:r>
              <a:rPr lang="en-US" dirty="0"/>
              <a:t>Click to add content</a:t>
            </a:r>
          </a:p>
        </p:txBody>
      </p:sp>
      <p:pic>
        <p:nvPicPr>
          <p:cNvPr id="16" name="Graphic 15" descr="Link with solid fill">
            <a:extLst>
              <a:ext uri="{FF2B5EF4-FFF2-40B4-BE49-F238E27FC236}">
                <a16:creationId xmlns:a16="http://schemas.microsoft.com/office/drawing/2014/main" id="{FADC828C-E869-ECEE-CC36-E1BAF402810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8614" y="83659"/>
            <a:ext cx="280715" cy="280715"/>
          </a:xfrm>
          <a:prstGeom prst="rect">
            <a:avLst/>
          </a:prstGeom>
        </p:spPr>
      </p:pic>
      <p:pic>
        <p:nvPicPr>
          <p:cNvPr id="8" name="Picture 7" descr="A purple text on a black background&#10;&#10;Description automatically generated">
            <a:extLst>
              <a:ext uri="{FF2B5EF4-FFF2-40B4-BE49-F238E27FC236}">
                <a16:creationId xmlns:a16="http://schemas.microsoft.com/office/drawing/2014/main" id="{16C70FA3-E230-E727-18E2-F61A34C67A68}"/>
              </a:ext>
            </a:extLst>
          </p:cNvPr>
          <p:cNvPicPr>
            <a:picLocks noChangeAspect="1"/>
          </p:cNvPicPr>
          <p:nvPr userDrawn="1"/>
        </p:nvPicPr>
        <p:blipFill rotWithShape="1">
          <a:blip r:embed="rId5"/>
          <a:srcRect t="19573" r="26581" b="17767"/>
          <a:stretch/>
        </p:blipFill>
        <p:spPr>
          <a:xfrm>
            <a:off x="131748" y="6108294"/>
            <a:ext cx="2529169" cy="555057"/>
          </a:xfrm>
          <a:prstGeom prst="rect">
            <a:avLst/>
          </a:prstGeom>
          <a:effectLst>
            <a:glow rad="114300">
              <a:schemeClr val="bg1"/>
            </a:glow>
          </a:effectLst>
        </p:spPr>
      </p:pic>
      <p:pic>
        <p:nvPicPr>
          <p:cNvPr id="9" name="Picture 8" descr="A colorful star logo with black background&#10;&#10;Description automatically generated">
            <a:extLst>
              <a:ext uri="{FF2B5EF4-FFF2-40B4-BE49-F238E27FC236}">
                <a16:creationId xmlns:a16="http://schemas.microsoft.com/office/drawing/2014/main" id="{D3CABB2E-E743-3B28-1D24-7E9ABC7CF35D}"/>
              </a:ext>
            </a:extLst>
          </p:cNvPr>
          <p:cNvPicPr>
            <a:picLocks noChangeAspect="1"/>
          </p:cNvPicPr>
          <p:nvPr userDrawn="1"/>
        </p:nvPicPr>
        <p:blipFill rotWithShape="1">
          <a:blip r:embed="rId6"/>
          <a:srcRect l="22502" r="22624" b="43530"/>
          <a:stretch/>
        </p:blipFill>
        <p:spPr>
          <a:xfrm>
            <a:off x="11433542" y="105999"/>
            <a:ext cx="626710" cy="600307"/>
          </a:xfrm>
          <a:prstGeom prst="rect">
            <a:avLst/>
          </a:prstGeom>
          <a:effectLst>
            <a:glow rad="88900">
              <a:schemeClr val="bg1"/>
            </a:glow>
          </a:effectLst>
        </p:spPr>
      </p:pic>
    </p:spTree>
    <p:extLst>
      <p:ext uri="{BB962C8B-B14F-4D97-AF65-F5344CB8AC3E}">
        <p14:creationId xmlns:p14="http://schemas.microsoft.com/office/powerpoint/2010/main" val="26740802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C67A081-BFD4-8AE4-A231-04094009BD21}"/>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A3D546E-7177-89ED-E302-29148E78A481}"/>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6897E7F7-7C4B-49AC-EEE3-E556A8A055B1}"/>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227ADD0A-FF1F-AC1E-3686-D490665FCD5B}"/>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2" name="TextBox 11">
            <a:extLst>
              <a:ext uri="{FF2B5EF4-FFF2-40B4-BE49-F238E27FC236}">
                <a16:creationId xmlns:a16="http://schemas.microsoft.com/office/drawing/2014/main" id="{779F1CBA-F37E-5BEF-99C0-80ACC1196A2F}"/>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3" name="Graphic 12" descr="Link with solid fill">
            <a:extLst>
              <a:ext uri="{FF2B5EF4-FFF2-40B4-BE49-F238E27FC236}">
                <a16:creationId xmlns:a16="http://schemas.microsoft.com/office/drawing/2014/main" id="{E200A95B-0B5D-66A7-AE08-B8D6F6478B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481666"/>
            <a:ext cx="10515600" cy="1325563"/>
          </a:xfrm>
        </p:spPr>
        <p:txBody>
          <a:bodyPr>
            <a:norm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199" y="1888379"/>
            <a:ext cx="6790765" cy="4351338"/>
          </a:xfrm>
        </p:spPr>
        <p:txBody>
          <a:bodyPr>
            <a:normAutofit/>
          </a:bodyPr>
          <a:lstStyle>
            <a:lvl1pPr>
              <a:defRPr sz="2800" b="0" i="0">
                <a:latin typeface="+mn-lt"/>
                <a:ea typeface="Open Sans Light" pitchFamily="2" charset="0"/>
                <a:cs typeface="Open Sans Light" pitchFamily="2" charset="0"/>
              </a:defRPr>
            </a:lvl1pPr>
          </a:lstStyle>
          <a:p>
            <a:pPr lvl="0"/>
            <a:r>
              <a:rPr lang="en-US" dirty="0"/>
              <a:t>Click to edit text</a:t>
            </a:r>
          </a:p>
        </p:txBody>
      </p:sp>
      <p:sp>
        <p:nvSpPr>
          <p:cNvPr id="14" name="Content Placeholder 2">
            <a:extLst>
              <a:ext uri="{FF2B5EF4-FFF2-40B4-BE49-F238E27FC236}">
                <a16:creationId xmlns:a16="http://schemas.microsoft.com/office/drawing/2014/main" id="{F1B377CC-1298-2CDD-1506-C2B50B5CC29A}"/>
              </a:ext>
            </a:extLst>
          </p:cNvPr>
          <p:cNvSpPr>
            <a:spLocks noGrp="1"/>
          </p:cNvSpPr>
          <p:nvPr>
            <p:ph sz="half" idx="10" hasCustomPrompt="1"/>
          </p:nvPr>
        </p:nvSpPr>
        <p:spPr>
          <a:xfrm>
            <a:off x="7873407" y="1897344"/>
            <a:ext cx="3484875" cy="4351338"/>
          </a:xfrm>
        </p:spPr>
        <p:txBody>
          <a:bodyPr>
            <a:normAutofit/>
          </a:bodyPr>
          <a:lstStyle>
            <a:lvl1pPr>
              <a:defRPr sz="2800" b="0" i="0">
                <a:latin typeface="+mn-lt"/>
                <a:ea typeface="Open Sans Light" pitchFamily="2" charset="0"/>
                <a:cs typeface="Open Sans Light" pitchFamily="2" charset="0"/>
              </a:defRPr>
            </a:lvl1pPr>
          </a:lstStyle>
          <a:p>
            <a:pPr lvl="0"/>
            <a:r>
              <a:rPr lang="en-US" dirty="0"/>
              <a:t>Click to add image</a:t>
            </a:r>
          </a:p>
        </p:txBody>
      </p:sp>
    </p:spTree>
    <p:extLst>
      <p:ext uri="{BB962C8B-B14F-4D97-AF65-F5344CB8AC3E}">
        <p14:creationId xmlns:p14="http://schemas.microsoft.com/office/powerpoint/2010/main" val="39167423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Alt 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A19DBC-8D7B-5A43-E24C-9C284481CC52}"/>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A3D546E-7177-89ED-E302-29148E78A481}"/>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6897E7F7-7C4B-49AC-EEE3-E556A8A055B1}"/>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227ADD0A-FF1F-AC1E-3686-D490665FCD5B}"/>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2" name="TextBox 11">
            <a:extLst>
              <a:ext uri="{FF2B5EF4-FFF2-40B4-BE49-F238E27FC236}">
                <a16:creationId xmlns:a16="http://schemas.microsoft.com/office/drawing/2014/main" id="{779F1CBA-F37E-5BEF-99C0-80ACC1196A2F}"/>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3" name="Graphic 12" descr="Link with solid fill">
            <a:extLst>
              <a:ext uri="{FF2B5EF4-FFF2-40B4-BE49-F238E27FC236}">
                <a16:creationId xmlns:a16="http://schemas.microsoft.com/office/drawing/2014/main" id="{E200A95B-0B5D-66A7-AE08-B8D6F6478B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481666"/>
            <a:ext cx="10515600" cy="1325563"/>
          </a:xfrm>
        </p:spPr>
        <p:txBody>
          <a:bodyPr>
            <a:norm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4567517" y="1888379"/>
            <a:ext cx="6790765" cy="4351338"/>
          </a:xfrm>
        </p:spPr>
        <p:txBody>
          <a:bodyPr>
            <a:normAutofit/>
          </a:bodyPr>
          <a:lstStyle>
            <a:lvl1pPr>
              <a:defRPr sz="2800" b="0" i="0">
                <a:latin typeface="+mn-lt"/>
                <a:ea typeface="Open Sans Light" pitchFamily="2" charset="0"/>
                <a:cs typeface="Open Sans Light" pitchFamily="2" charset="0"/>
              </a:defRPr>
            </a:lvl1pPr>
          </a:lstStyle>
          <a:p>
            <a:pPr lvl="0"/>
            <a:r>
              <a:rPr lang="en-US" dirty="0"/>
              <a:t>Click to edit text</a:t>
            </a:r>
          </a:p>
        </p:txBody>
      </p:sp>
      <p:sp>
        <p:nvSpPr>
          <p:cNvPr id="14" name="Content Placeholder 2">
            <a:extLst>
              <a:ext uri="{FF2B5EF4-FFF2-40B4-BE49-F238E27FC236}">
                <a16:creationId xmlns:a16="http://schemas.microsoft.com/office/drawing/2014/main" id="{F1B377CC-1298-2CDD-1506-C2B50B5CC29A}"/>
              </a:ext>
            </a:extLst>
          </p:cNvPr>
          <p:cNvSpPr>
            <a:spLocks noGrp="1"/>
          </p:cNvSpPr>
          <p:nvPr>
            <p:ph sz="half" idx="10" hasCustomPrompt="1"/>
          </p:nvPr>
        </p:nvSpPr>
        <p:spPr>
          <a:xfrm>
            <a:off x="838199" y="1897344"/>
            <a:ext cx="3484875" cy="4351338"/>
          </a:xfrm>
        </p:spPr>
        <p:txBody>
          <a:bodyPr>
            <a:normAutofit/>
          </a:bodyPr>
          <a:lstStyle>
            <a:lvl1pPr>
              <a:defRPr sz="2800" b="0" i="0">
                <a:latin typeface="+mn-lt"/>
                <a:ea typeface="Open Sans Light" pitchFamily="2" charset="0"/>
                <a:cs typeface="Open Sans Light" pitchFamily="2" charset="0"/>
              </a:defRPr>
            </a:lvl1pPr>
          </a:lstStyle>
          <a:p>
            <a:pPr lvl="0"/>
            <a:r>
              <a:rPr lang="en-US" dirty="0"/>
              <a:t>Click to add image</a:t>
            </a:r>
          </a:p>
        </p:txBody>
      </p:sp>
    </p:spTree>
    <p:extLst>
      <p:ext uri="{BB962C8B-B14F-4D97-AF65-F5344CB8AC3E}">
        <p14:creationId xmlns:p14="http://schemas.microsoft.com/office/powerpoint/2010/main" val="2066971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3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D2A709-7DDD-B12F-58C7-CCC75FFE2F76}"/>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D0F31A5-5900-05F9-B2E1-A8D46FBD361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3" name="TextBox 12">
            <a:extLst>
              <a:ext uri="{FF2B5EF4-FFF2-40B4-BE49-F238E27FC236}">
                <a16:creationId xmlns:a16="http://schemas.microsoft.com/office/drawing/2014/main" id="{70DADB04-DD61-01EC-F2D0-88AD1B95FF1A}"/>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4" name="Graphic 13" descr="Link with solid fill">
            <a:extLst>
              <a:ext uri="{FF2B5EF4-FFF2-40B4-BE49-F238E27FC236}">
                <a16:creationId xmlns:a16="http://schemas.microsoft.com/office/drawing/2014/main" id="{E75384A4-BE80-ABA2-CFA9-012BB5E0B86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4498210"/>
            <a:ext cx="10515600" cy="1759156"/>
          </a:xfrm>
        </p:spPr>
        <p:txBody>
          <a:body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1882741"/>
            <a:ext cx="4871991" cy="2518929"/>
          </a:xfrm>
        </p:spPr>
        <p:txBody>
          <a:bodyPr/>
          <a:lstStyle/>
          <a:p>
            <a:pPr lvl="0"/>
            <a:r>
              <a:rPr lang="en-US" dirty="0"/>
              <a:t>Click to add image</a:t>
            </a:r>
          </a:p>
        </p:txBody>
      </p:sp>
      <p:sp>
        <p:nvSpPr>
          <p:cNvPr id="4" name="Content Placeholder 3">
            <a:extLst>
              <a:ext uri="{FF2B5EF4-FFF2-40B4-BE49-F238E27FC236}">
                <a16:creationId xmlns:a16="http://schemas.microsoft.com/office/drawing/2014/main" id="{B0DE8D28-1635-A4F8-1AAF-DF77268D0220}"/>
              </a:ext>
            </a:extLst>
          </p:cNvPr>
          <p:cNvSpPr>
            <a:spLocks noGrp="1"/>
          </p:cNvSpPr>
          <p:nvPr>
            <p:ph sz="half" idx="2" hasCustomPrompt="1"/>
          </p:nvPr>
        </p:nvSpPr>
        <p:spPr>
          <a:xfrm>
            <a:off x="6172200" y="1882741"/>
            <a:ext cx="5181600" cy="2518929"/>
          </a:xfrm>
        </p:spPr>
        <p:txBody>
          <a:body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Tree>
    <p:extLst>
      <p:ext uri="{BB962C8B-B14F-4D97-AF65-F5344CB8AC3E}">
        <p14:creationId xmlns:p14="http://schemas.microsoft.com/office/powerpoint/2010/main" val="4283015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Alt 3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0805F0-CB02-595B-4581-AA305BD630DD}"/>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D0F31A5-5900-05F9-B2E1-A8D46FBD361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3" name="TextBox 12">
            <a:extLst>
              <a:ext uri="{FF2B5EF4-FFF2-40B4-BE49-F238E27FC236}">
                <a16:creationId xmlns:a16="http://schemas.microsoft.com/office/drawing/2014/main" id="{70DADB04-DD61-01EC-F2D0-88AD1B95FF1A}"/>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4" name="Graphic 13" descr="Link with solid fill">
            <a:extLst>
              <a:ext uri="{FF2B5EF4-FFF2-40B4-BE49-F238E27FC236}">
                <a16:creationId xmlns:a16="http://schemas.microsoft.com/office/drawing/2014/main" id="{E75384A4-BE80-ABA2-CFA9-012BB5E0B86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1882741"/>
            <a:ext cx="10515600" cy="1759156"/>
          </a:xfrm>
        </p:spPr>
        <p:txBody>
          <a:body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3787407"/>
            <a:ext cx="4871991" cy="2518929"/>
          </a:xfrm>
        </p:spPr>
        <p:txBody>
          <a:bodyPr/>
          <a:lstStyle/>
          <a:p>
            <a:pPr lvl="0"/>
            <a:r>
              <a:rPr lang="en-US" dirty="0"/>
              <a:t>Click to add image</a:t>
            </a:r>
          </a:p>
        </p:txBody>
      </p:sp>
      <p:sp>
        <p:nvSpPr>
          <p:cNvPr id="4" name="Content Placeholder 3">
            <a:extLst>
              <a:ext uri="{FF2B5EF4-FFF2-40B4-BE49-F238E27FC236}">
                <a16:creationId xmlns:a16="http://schemas.microsoft.com/office/drawing/2014/main" id="{B0DE8D28-1635-A4F8-1AAF-DF77268D0220}"/>
              </a:ext>
            </a:extLst>
          </p:cNvPr>
          <p:cNvSpPr>
            <a:spLocks noGrp="1"/>
          </p:cNvSpPr>
          <p:nvPr>
            <p:ph sz="half" idx="2" hasCustomPrompt="1"/>
          </p:nvPr>
        </p:nvSpPr>
        <p:spPr>
          <a:xfrm>
            <a:off x="6172200" y="3787407"/>
            <a:ext cx="5181600" cy="2518929"/>
          </a:xfrm>
        </p:spPr>
        <p:txBody>
          <a:body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Tree>
    <p:extLst>
      <p:ext uri="{BB962C8B-B14F-4D97-AF65-F5344CB8AC3E}">
        <p14:creationId xmlns:p14="http://schemas.microsoft.com/office/powerpoint/2010/main" val="2252020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4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706480-2151-0A3E-E111-E8E3560D07A7}"/>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D0F31A5-5900-05F9-B2E1-A8D46FBD361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3" name="TextBox 12">
            <a:extLst>
              <a:ext uri="{FF2B5EF4-FFF2-40B4-BE49-F238E27FC236}">
                <a16:creationId xmlns:a16="http://schemas.microsoft.com/office/drawing/2014/main" id="{70DADB04-DD61-01EC-F2D0-88AD1B95FF1A}"/>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4" name="Graphic 13" descr="Link with solid fill">
            <a:extLst>
              <a:ext uri="{FF2B5EF4-FFF2-40B4-BE49-F238E27FC236}">
                <a16:creationId xmlns:a16="http://schemas.microsoft.com/office/drawing/2014/main" id="{E75384A4-BE80-ABA2-CFA9-012BB5E0B86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4495112"/>
            <a:ext cx="10515600" cy="1759156"/>
          </a:xfrm>
        </p:spPr>
        <p:txBody>
          <a:body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1882741"/>
            <a:ext cx="3276600" cy="2518929"/>
          </a:xfrm>
        </p:spPr>
        <p:txBody>
          <a:body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2" name="Content Placeholder 2">
            <a:extLst>
              <a:ext uri="{FF2B5EF4-FFF2-40B4-BE49-F238E27FC236}">
                <a16:creationId xmlns:a16="http://schemas.microsoft.com/office/drawing/2014/main" id="{A41EBA4F-8F72-54E5-2B09-EA908F62E363}"/>
              </a:ext>
            </a:extLst>
          </p:cNvPr>
          <p:cNvSpPr>
            <a:spLocks noGrp="1"/>
          </p:cNvSpPr>
          <p:nvPr>
            <p:ph sz="half" idx="11" hasCustomPrompt="1"/>
          </p:nvPr>
        </p:nvSpPr>
        <p:spPr>
          <a:xfrm>
            <a:off x="4457700" y="1891706"/>
            <a:ext cx="3276600" cy="2518929"/>
          </a:xfrm>
        </p:spPr>
        <p:txBody>
          <a:bodyPr/>
          <a:lstStyle/>
          <a:p>
            <a:pPr lvl="0"/>
            <a:r>
              <a:rPr lang="en-US" dirty="0"/>
              <a:t>Click to add image</a:t>
            </a:r>
          </a:p>
        </p:txBody>
      </p:sp>
      <p:sp>
        <p:nvSpPr>
          <p:cNvPr id="5" name="Content Placeholder 2">
            <a:extLst>
              <a:ext uri="{FF2B5EF4-FFF2-40B4-BE49-F238E27FC236}">
                <a16:creationId xmlns:a16="http://schemas.microsoft.com/office/drawing/2014/main" id="{43954507-0802-5324-53E2-350830C17D5A}"/>
              </a:ext>
            </a:extLst>
          </p:cNvPr>
          <p:cNvSpPr>
            <a:spLocks noGrp="1"/>
          </p:cNvSpPr>
          <p:nvPr>
            <p:ph sz="half" idx="12" hasCustomPrompt="1"/>
          </p:nvPr>
        </p:nvSpPr>
        <p:spPr>
          <a:xfrm>
            <a:off x="8072719" y="1891706"/>
            <a:ext cx="3276600" cy="2518929"/>
          </a:xfrm>
        </p:spPr>
        <p:txBody>
          <a:bodyPr/>
          <a:lstStyle/>
          <a:p>
            <a:pPr lvl="0"/>
            <a:r>
              <a:rPr lang="en-US" dirty="0"/>
              <a:t>Click to add image</a:t>
            </a:r>
          </a:p>
        </p:txBody>
      </p:sp>
    </p:spTree>
    <p:extLst>
      <p:ext uri="{BB962C8B-B14F-4D97-AF65-F5344CB8AC3E}">
        <p14:creationId xmlns:p14="http://schemas.microsoft.com/office/powerpoint/2010/main" val="92956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Alt 4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E3C654-8EE9-233C-8D36-58A1FD474082}"/>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D0F31A5-5900-05F9-B2E1-A8D46FBD361E}"/>
              </a:ext>
            </a:extLst>
          </p:cNvPr>
          <p:cNvSpPr/>
          <p:nvPr userDrawn="1"/>
        </p:nvSpPr>
        <p:spPr>
          <a:xfrm>
            <a:off x="37619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3" name="TextBox 12">
            <a:extLst>
              <a:ext uri="{FF2B5EF4-FFF2-40B4-BE49-F238E27FC236}">
                <a16:creationId xmlns:a16="http://schemas.microsoft.com/office/drawing/2014/main" id="{70DADB04-DD61-01EC-F2D0-88AD1B95FF1A}"/>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4" name="Graphic 13" descr="Link with solid fill">
            <a:extLst>
              <a:ext uri="{FF2B5EF4-FFF2-40B4-BE49-F238E27FC236}">
                <a16:creationId xmlns:a16="http://schemas.microsoft.com/office/drawing/2014/main" id="{E75384A4-BE80-ABA2-CFA9-012BB5E0B86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1882741"/>
            <a:ext cx="10515600" cy="1759156"/>
          </a:xfrm>
        </p:spPr>
        <p:txBody>
          <a:body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3787407"/>
            <a:ext cx="3276600" cy="2518929"/>
          </a:xfrm>
        </p:spPr>
        <p:txBody>
          <a:body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2" name="Content Placeholder 2">
            <a:extLst>
              <a:ext uri="{FF2B5EF4-FFF2-40B4-BE49-F238E27FC236}">
                <a16:creationId xmlns:a16="http://schemas.microsoft.com/office/drawing/2014/main" id="{A41EBA4F-8F72-54E5-2B09-EA908F62E363}"/>
              </a:ext>
            </a:extLst>
          </p:cNvPr>
          <p:cNvSpPr>
            <a:spLocks noGrp="1"/>
          </p:cNvSpPr>
          <p:nvPr>
            <p:ph sz="half" idx="11" hasCustomPrompt="1"/>
          </p:nvPr>
        </p:nvSpPr>
        <p:spPr>
          <a:xfrm>
            <a:off x="4457700" y="3796372"/>
            <a:ext cx="3276600" cy="2518929"/>
          </a:xfrm>
        </p:spPr>
        <p:txBody>
          <a:bodyPr/>
          <a:lstStyle/>
          <a:p>
            <a:pPr lvl="0"/>
            <a:r>
              <a:rPr lang="en-US" dirty="0"/>
              <a:t>Click to add image</a:t>
            </a:r>
          </a:p>
        </p:txBody>
      </p:sp>
      <p:sp>
        <p:nvSpPr>
          <p:cNvPr id="5" name="Content Placeholder 2">
            <a:extLst>
              <a:ext uri="{FF2B5EF4-FFF2-40B4-BE49-F238E27FC236}">
                <a16:creationId xmlns:a16="http://schemas.microsoft.com/office/drawing/2014/main" id="{43954507-0802-5324-53E2-350830C17D5A}"/>
              </a:ext>
            </a:extLst>
          </p:cNvPr>
          <p:cNvSpPr>
            <a:spLocks noGrp="1"/>
          </p:cNvSpPr>
          <p:nvPr>
            <p:ph sz="half" idx="12" hasCustomPrompt="1"/>
          </p:nvPr>
        </p:nvSpPr>
        <p:spPr>
          <a:xfrm>
            <a:off x="8072719" y="3796372"/>
            <a:ext cx="3276600" cy="2518929"/>
          </a:xfrm>
        </p:spPr>
        <p:txBody>
          <a:bodyPr/>
          <a:lstStyle/>
          <a:p>
            <a:pPr lvl="0"/>
            <a:r>
              <a:rPr lang="en-US" dirty="0"/>
              <a:t>Click to add image</a:t>
            </a:r>
          </a:p>
        </p:txBody>
      </p:sp>
    </p:spTree>
    <p:extLst>
      <p:ext uri="{BB962C8B-B14F-4D97-AF65-F5344CB8AC3E}">
        <p14:creationId xmlns:p14="http://schemas.microsoft.com/office/powerpoint/2010/main" val="1800759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5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2077418-C275-7FA5-D026-9B5CDB9A4DDA}"/>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37862C0-7694-AD55-99BF-CA09FE412C2F}"/>
              </a:ext>
            </a:extLst>
          </p:cNvPr>
          <p:cNvSpPr/>
          <p:nvPr userDrawn="1"/>
        </p:nvSpPr>
        <p:spPr>
          <a:xfrm>
            <a:off x="34033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FBB6C951-3288-DB1A-9952-3076032BA85B}"/>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BD0F15A2-3D4C-5C40-1658-9801E3A6BFBA}"/>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2" name="TextBox 11">
            <a:extLst>
              <a:ext uri="{FF2B5EF4-FFF2-40B4-BE49-F238E27FC236}">
                <a16:creationId xmlns:a16="http://schemas.microsoft.com/office/drawing/2014/main" id="{B037EBC6-2E13-B302-93EF-E0471E7320D9}"/>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3" name="Graphic 12" descr="Link with solid fill">
            <a:extLst>
              <a:ext uri="{FF2B5EF4-FFF2-40B4-BE49-F238E27FC236}">
                <a16:creationId xmlns:a16="http://schemas.microsoft.com/office/drawing/2014/main" id="{9096601E-14C7-2E07-25DF-A6E9CC70238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503278"/>
            <a:ext cx="10515600" cy="1325563"/>
          </a:xfrm>
        </p:spPr>
        <p:txBody>
          <a:bodyPr>
            <a:norm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3505200" y="1925966"/>
            <a:ext cx="5181600" cy="4367257"/>
          </a:xfrm>
        </p:spPr>
        <p:txBody>
          <a:bodyPr/>
          <a:lstStyle/>
          <a:p>
            <a:pPr lvl="0"/>
            <a:r>
              <a:rPr lang="en-US" dirty="0"/>
              <a:t>Click to edit text</a:t>
            </a:r>
          </a:p>
        </p:txBody>
      </p:sp>
      <p:sp>
        <p:nvSpPr>
          <p:cNvPr id="14" name="Content Placeholder 2">
            <a:extLst>
              <a:ext uri="{FF2B5EF4-FFF2-40B4-BE49-F238E27FC236}">
                <a16:creationId xmlns:a16="http://schemas.microsoft.com/office/drawing/2014/main" id="{1742ADE3-BD95-9FBD-C4AA-398B29EDE8CE}"/>
              </a:ext>
            </a:extLst>
          </p:cNvPr>
          <p:cNvSpPr>
            <a:spLocks noGrp="1"/>
          </p:cNvSpPr>
          <p:nvPr>
            <p:ph sz="half" idx="10" hasCustomPrompt="1"/>
          </p:nvPr>
        </p:nvSpPr>
        <p:spPr>
          <a:xfrm>
            <a:off x="838200" y="1925967"/>
            <a:ext cx="2570148" cy="2136341"/>
          </a:xfrm>
        </p:spPr>
        <p:txBody>
          <a:bodyPr/>
          <a:lstStyle/>
          <a:p>
            <a:pPr lvl="0"/>
            <a:r>
              <a:rPr lang="en-US" dirty="0"/>
              <a:t>Click to add image</a:t>
            </a:r>
          </a:p>
        </p:txBody>
      </p:sp>
      <p:sp>
        <p:nvSpPr>
          <p:cNvPr id="16" name="Content Placeholder 2">
            <a:extLst>
              <a:ext uri="{FF2B5EF4-FFF2-40B4-BE49-F238E27FC236}">
                <a16:creationId xmlns:a16="http://schemas.microsoft.com/office/drawing/2014/main" id="{349FDC43-AF17-73FD-3372-89B0479FC899}"/>
              </a:ext>
            </a:extLst>
          </p:cNvPr>
          <p:cNvSpPr>
            <a:spLocks noGrp="1"/>
          </p:cNvSpPr>
          <p:nvPr>
            <p:ph sz="half" idx="11" hasCustomPrompt="1"/>
          </p:nvPr>
        </p:nvSpPr>
        <p:spPr>
          <a:xfrm>
            <a:off x="838200" y="4156883"/>
            <a:ext cx="2570148" cy="2136341"/>
          </a:xfrm>
        </p:spPr>
        <p:txBody>
          <a:bodyPr/>
          <a:lstStyle/>
          <a:p>
            <a:pPr lvl="0"/>
            <a:r>
              <a:rPr lang="en-US" dirty="0"/>
              <a:t>Click to add image</a:t>
            </a:r>
          </a:p>
        </p:txBody>
      </p:sp>
      <p:sp>
        <p:nvSpPr>
          <p:cNvPr id="17" name="Content Placeholder 2">
            <a:extLst>
              <a:ext uri="{FF2B5EF4-FFF2-40B4-BE49-F238E27FC236}">
                <a16:creationId xmlns:a16="http://schemas.microsoft.com/office/drawing/2014/main" id="{8F39427C-BDDB-910D-15D2-A20CE3DE1C74}"/>
              </a:ext>
            </a:extLst>
          </p:cNvPr>
          <p:cNvSpPr>
            <a:spLocks noGrp="1"/>
          </p:cNvSpPr>
          <p:nvPr>
            <p:ph sz="half" idx="12" hasCustomPrompt="1"/>
          </p:nvPr>
        </p:nvSpPr>
        <p:spPr>
          <a:xfrm>
            <a:off x="8780928" y="1925967"/>
            <a:ext cx="2570148" cy="2136341"/>
          </a:xfrm>
        </p:spPr>
        <p:txBody>
          <a:bodyPr/>
          <a:lstStyle/>
          <a:p>
            <a:pPr lvl="0"/>
            <a:r>
              <a:rPr lang="en-US" dirty="0"/>
              <a:t>Click to add image</a:t>
            </a:r>
          </a:p>
        </p:txBody>
      </p:sp>
      <p:sp>
        <p:nvSpPr>
          <p:cNvPr id="18" name="Content Placeholder 2">
            <a:extLst>
              <a:ext uri="{FF2B5EF4-FFF2-40B4-BE49-F238E27FC236}">
                <a16:creationId xmlns:a16="http://schemas.microsoft.com/office/drawing/2014/main" id="{B80EDAD4-5E86-1867-1B20-092B2F7776C0}"/>
              </a:ext>
            </a:extLst>
          </p:cNvPr>
          <p:cNvSpPr>
            <a:spLocks noGrp="1"/>
          </p:cNvSpPr>
          <p:nvPr>
            <p:ph sz="half" idx="13" hasCustomPrompt="1"/>
          </p:nvPr>
        </p:nvSpPr>
        <p:spPr>
          <a:xfrm>
            <a:off x="8780928" y="4156883"/>
            <a:ext cx="2570148" cy="2136341"/>
          </a:xfrm>
        </p:spPr>
        <p:txBody>
          <a:bodyPr/>
          <a:lstStyle/>
          <a:p>
            <a:pPr lvl="0"/>
            <a:r>
              <a:rPr lang="en-US" dirty="0"/>
              <a:t>Click to add image</a:t>
            </a:r>
          </a:p>
        </p:txBody>
      </p:sp>
    </p:spTree>
    <p:extLst>
      <p:ext uri="{BB962C8B-B14F-4D97-AF65-F5344CB8AC3E}">
        <p14:creationId xmlns:p14="http://schemas.microsoft.com/office/powerpoint/2010/main" val="39825392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2x2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1BE69CD-892F-254B-61DD-F1B727794F60}"/>
              </a:ext>
            </a:extLst>
          </p:cNvPr>
          <p:cNvSpPr/>
          <p:nvPr userDrawn="1"/>
        </p:nvSpPr>
        <p:spPr>
          <a:xfrm>
            <a:off x="0" y="0"/>
            <a:ext cx="12192000" cy="6858000"/>
          </a:xfrm>
          <a:prstGeom prst="rect">
            <a:avLst/>
          </a:prstGeom>
          <a:gradFill flip="none" rotWithShape="1">
            <a:gsLst>
              <a:gs pos="4000">
                <a:schemeClr val="accent4">
                  <a:lumMod val="0"/>
                  <a:lumOff val="100000"/>
                </a:schemeClr>
              </a:gs>
              <a:gs pos="55000">
                <a:srgbClr val="9C3C9A"/>
              </a:gs>
              <a:gs pos="43000">
                <a:srgbClr val="9C3C9A"/>
              </a:gs>
              <a:gs pos="95000">
                <a:schemeClr val="bg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37862C0-7694-AD55-99BF-CA09FE412C2F}"/>
              </a:ext>
            </a:extLst>
          </p:cNvPr>
          <p:cNvSpPr/>
          <p:nvPr userDrawn="1"/>
        </p:nvSpPr>
        <p:spPr>
          <a:xfrm>
            <a:off x="340331" y="406153"/>
            <a:ext cx="11439618" cy="6045694"/>
          </a:xfrm>
          <a:prstGeom prst="rect">
            <a:avLst/>
          </a:prstGeom>
          <a:solidFill>
            <a:schemeClr val="bg1">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FBB6C951-3288-DB1A-9952-3076032BA85B}"/>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BD0F15A2-3D4C-5C40-1658-9801E3A6BFBA}"/>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2" name="TextBox 11">
            <a:extLst>
              <a:ext uri="{FF2B5EF4-FFF2-40B4-BE49-F238E27FC236}">
                <a16:creationId xmlns:a16="http://schemas.microsoft.com/office/drawing/2014/main" id="{B037EBC6-2E13-B302-93EF-E0471E7320D9}"/>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chemeClr val="bg1"/>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chemeClr val="bg1"/>
              </a:solidFill>
            </a:endParaRPr>
          </a:p>
        </p:txBody>
      </p:sp>
      <p:pic>
        <p:nvPicPr>
          <p:cNvPr id="13" name="Graphic 12" descr="Link with solid fill">
            <a:extLst>
              <a:ext uri="{FF2B5EF4-FFF2-40B4-BE49-F238E27FC236}">
                <a16:creationId xmlns:a16="http://schemas.microsoft.com/office/drawing/2014/main" id="{9096601E-14C7-2E07-25DF-A6E9CC70238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503278"/>
            <a:ext cx="10515600" cy="1325563"/>
          </a:xfrm>
        </p:spPr>
        <p:txBody>
          <a:bodyPr>
            <a:normAutofit/>
          </a:bodyPr>
          <a:lstStyle>
            <a:lvl1pPr>
              <a:defRPr sz="5400" b="1" i="0">
                <a:solidFill>
                  <a:srgbClr val="9C3C9A"/>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14" name="Content Placeholder 2">
            <a:extLst>
              <a:ext uri="{FF2B5EF4-FFF2-40B4-BE49-F238E27FC236}">
                <a16:creationId xmlns:a16="http://schemas.microsoft.com/office/drawing/2014/main" id="{1742ADE3-BD95-9FBD-C4AA-398B29EDE8CE}"/>
              </a:ext>
            </a:extLst>
          </p:cNvPr>
          <p:cNvSpPr>
            <a:spLocks noGrp="1"/>
          </p:cNvSpPr>
          <p:nvPr>
            <p:ph sz="half" idx="10" hasCustomPrompt="1"/>
          </p:nvPr>
        </p:nvSpPr>
        <p:spPr>
          <a:xfrm>
            <a:off x="4810926" y="1925967"/>
            <a:ext cx="2570148" cy="2136341"/>
          </a:xfrm>
        </p:spPr>
        <p:txBody>
          <a:bodyPr/>
          <a:lstStyle/>
          <a:p>
            <a:pPr lvl="0"/>
            <a:r>
              <a:rPr lang="en-US" dirty="0"/>
              <a:t>Click to add image</a:t>
            </a:r>
          </a:p>
        </p:txBody>
      </p:sp>
      <p:sp>
        <p:nvSpPr>
          <p:cNvPr id="16" name="Content Placeholder 2">
            <a:extLst>
              <a:ext uri="{FF2B5EF4-FFF2-40B4-BE49-F238E27FC236}">
                <a16:creationId xmlns:a16="http://schemas.microsoft.com/office/drawing/2014/main" id="{349FDC43-AF17-73FD-3372-89B0479FC899}"/>
              </a:ext>
            </a:extLst>
          </p:cNvPr>
          <p:cNvSpPr>
            <a:spLocks noGrp="1"/>
          </p:cNvSpPr>
          <p:nvPr>
            <p:ph sz="half" idx="11" hasCustomPrompt="1"/>
          </p:nvPr>
        </p:nvSpPr>
        <p:spPr>
          <a:xfrm>
            <a:off x="4810926" y="4156883"/>
            <a:ext cx="2570148" cy="2136341"/>
          </a:xfrm>
        </p:spPr>
        <p:txBody>
          <a:bodyPr/>
          <a:lstStyle/>
          <a:p>
            <a:pPr lvl="0"/>
            <a:r>
              <a:rPr lang="en-US" dirty="0"/>
              <a:t>Click to add image</a:t>
            </a:r>
          </a:p>
        </p:txBody>
      </p:sp>
      <p:sp>
        <p:nvSpPr>
          <p:cNvPr id="4" name="Content Placeholder 2">
            <a:extLst>
              <a:ext uri="{FF2B5EF4-FFF2-40B4-BE49-F238E27FC236}">
                <a16:creationId xmlns:a16="http://schemas.microsoft.com/office/drawing/2014/main" id="{0D9C8F19-5607-4444-B661-DCA403F0D17B}"/>
              </a:ext>
            </a:extLst>
          </p:cNvPr>
          <p:cNvSpPr>
            <a:spLocks noGrp="1"/>
          </p:cNvSpPr>
          <p:nvPr>
            <p:ph sz="half" idx="12" hasCustomPrompt="1"/>
          </p:nvPr>
        </p:nvSpPr>
        <p:spPr>
          <a:xfrm>
            <a:off x="839957" y="1925966"/>
            <a:ext cx="3785831" cy="4367257"/>
          </a:xfrm>
        </p:spPr>
        <p:txBody>
          <a:bodyPr/>
          <a:lstStyle/>
          <a:p>
            <a:pPr lvl="0"/>
            <a:r>
              <a:rPr lang="en-US" dirty="0"/>
              <a:t>Click to edit text</a:t>
            </a:r>
          </a:p>
        </p:txBody>
      </p:sp>
      <p:sp>
        <p:nvSpPr>
          <p:cNvPr id="5" name="Content Placeholder 2">
            <a:extLst>
              <a:ext uri="{FF2B5EF4-FFF2-40B4-BE49-F238E27FC236}">
                <a16:creationId xmlns:a16="http://schemas.microsoft.com/office/drawing/2014/main" id="{1867A41B-FBE9-AB25-80B8-B8EE5D5259ED}"/>
              </a:ext>
            </a:extLst>
          </p:cNvPr>
          <p:cNvSpPr>
            <a:spLocks noGrp="1"/>
          </p:cNvSpPr>
          <p:nvPr>
            <p:ph sz="half" idx="13" hasCustomPrompt="1"/>
          </p:nvPr>
        </p:nvSpPr>
        <p:spPr>
          <a:xfrm>
            <a:off x="7566213" y="1908037"/>
            <a:ext cx="3787278" cy="4367257"/>
          </a:xfrm>
        </p:spPr>
        <p:txBody>
          <a:bodyPr/>
          <a:lstStyle/>
          <a:p>
            <a:pPr lvl="0"/>
            <a:r>
              <a:rPr lang="en-US" dirty="0"/>
              <a:t>Click to edit text</a:t>
            </a:r>
          </a:p>
        </p:txBody>
      </p:sp>
    </p:spTree>
    <p:extLst>
      <p:ext uri="{BB962C8B-B14F-4D97-AF65-F5344CB8AC3E}">
        <p14:creationId xmlns:p14="http://schemas.microsoft.com/office/powerpoint/2010/main" val="15742656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2E46176-A085-BE68-4331-7CBE68466CB5}"/>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colorful star logo with black background&#10;&#10;Description automatically generated">
            <a:extLst>
              <a:ext uri="{FF2B5EF4-FFF2-40B4-BE49-F238E27FC236}">
                <a16:creationId xmlns:a16="http://schemas.microsoft.com/office/drawing/2014/main" id="{04B7725C-702B-1313-87C6-5F20E6D85F4B}"/>
              </a:ext>
            </a:extLst>
          </p:cNvPr>
          <p:cNvPicPr>
            <a:picLocks noChangeAspect="1"/>
          </p:cNvPicPr>
          <p:nvPr userDrawn="1"/>
        </p:nvPicPr>
        <p:blipFill rotWithShape="1">
          <a:blip r:embed="rId2"/>
          <a:srcRect l="22502" r="22624" b="43530"/>
          <a:stretch/>
        </p:blipFill>
        <p:spPr>
          <a:xfrm>
            <a:off x="11433542" y="105999"/>
            <a:ext cx="626710" cy="600307"/>
          </a:xfrm>
          <a:prstGeom prst="rect">
            <a:avLst/>
          </a:prstGeom>
          <a:effectLst>
            <a:glow rad="88900">
              <a:schemeClr val="bg1"/>
            </a:glow>
          </a:effectLst>
        </p:spPr>
      </p:pic>
      <p:pic>
        <p:nvPicPr>
          <p:cNvPr id="27" name="Picture 26" descr="A purple text on a black background&#10;&#10;Description automatically generated">
            <a:extLst>
              <a:ext uri="{FF2B5EF4-FFF2-40B4-BE49-F238E27FC236}">
                <a16:creationId xmlns:a16="http://schemas.microsoft.com/office/drawing/2014/main" id="{D4655E84-83B6-7C70-3CB0-68DC261792A5}"/>
              </a:ext>
            </a:extLst>
          </p:cNvPr>
          <p:cNvPicPr>
            <a:picLocks noChangeAspect="1"/>
          </p:cNvPicPr>
          <p:nvPr userDrawn="1"/>
        </p:nvPicPr>
        <p:blipFill rotWithShape="1">
          <a:blip r:embed="rId3"/>
          <a:srcRect t="19573" r="26581" b="17767"/>
          <a:stretch/>
        </p:blipFill>
        <p:spPr>
          <a:xfrm>
            <a:off x="131748" y="6108294"/>
            <a:ext cx="2529169" cy="555057"/>
          </a:xfrm>
          <a:prstGeom prst="rect">
            <a:avLst/>
          </a:prstGeom>
          <a:effectLst>
            <a:glow rad="114300">
              <a:schemeClr val="bg1"/>
            </a:glow>
          </a:effectLst>
        </p:spPr>
      </p:pic>
      <p:sp>
        <p:nvSpPr>
          <p:cNvPr id="4" name="TextBox 3">
            <a:extLst>
              <a:ext uri="{FF2B5EF4-FFF2-40B4-BE49-F238E27FC236}">
                <a16:creationId xmlns:a16="http://schemas.microsoft.com/office/drawing/2014/main" id="{42095AD5-74DA-527A-BB3D-477FF0F400D6}"/>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5" name="Graphic 4" descr="Link with solid fill">
            <a:extLst>
              <a:ext uri="{FF2B5EF4-FFF2-40B4-BE49-F238E27FC236}">
                <a16:creationId xmlns:a16="http://schemas.microsoft.com/office/drawing/2014/main" id="{567AFE4A-D64A-7E7A-9802-F97DE19BB53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31" name="Title 30">
            <a:extLst>
              <a:ext uri="{FF2B5EF4-FFF2-40B4-BE49-F238E27FC236}">
                <a16:creationId xmlns:a16="http://schemas.microsoft.com/office/drawing/2014/main" id="{9759B8C1-559D-DF2C-611F-D0EA94C3D597}"/>
              </a:ext>
            </a:extLst>
          </p:cNvPr>
          <p:cNvSpPr>
            <a:spLocks noGrp="1"/>
          </p:cNvSpPr>
          <p:nvPr>
            <p:ph type="title" hasCustomPrompt="1"/>
          </p:nvPr>
        </p:nvSpPr>
        <p:spPr>
          <a:xfrm>
            <a:off x="831850" y="2024023"/>
            <a:ext cx="10515600" cy="1325563"/>
          </a:xfrm>
        </p:spPr>
        <p:txBody>
          <a:bodyPr>
            <a:noAutofit/>
          </a:bodyPr>
          <a:lstStyle>
            <a:lvl1pPr algn="ctr">
              <a:defRPr sz="72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3" name="Text Placeholder 2">
            <a:extLst>
              <a:ext uri="{FF2B5EF4-FFF2-40B4-BE49-F238E27FC236}">
                <a16:creationId xmlns:a16="http://schemas.microsoft.com/office/drawing/2014/main" id="{471E23B4-573A-EC8E-4D69-9D8C243A7163}"/>
              </a:ext>
            </a:extLst>
          </p:cNvPr>
          <p:cNvSpPr>
            <a:spLocks noGrp="1"/>
          </p:cNvSpPr>
          <p:nvPr>
            <p:ph type="body" idx="1" hasCustomPrompt="1"/>
          </p:nvPr>
        </p:nvSpPr>
        <p:spPr>
          <a:xfrm>
            <a:off x="831850" y="3508415"/>
            <a:ext cx="10515600" cy="1500187"/>
          </a:xfrm>
        </p:spPr>
        <p:txBody>
          <a:bodyPr>
            <a:normAutofit/>
          </a:bodyPr>
          <a:lstStyle>
            <a:lvl1pPr marL="0" indent="0" algn="ctr">
              <a:buNone/>
              <a:defRPr sz="3200" b="1" i="0">
                <a:solidFill>
                  <a:schemeClr val="bg1"/>
                </a:solidFill>
                <a:latin typeface="Open Sans SemiBold" pitchFamily="2" charset="0"/>
                <a:ea typeface="Open Sans SemiBold" pitchFamily="2" charset="0"/>
                <a:cs typeface="Open Sans SemiBold"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subtitle</a:t>
            </a:r>
          </a:p>
        </p:txBody>
      </p:sp>
    </p:spTree>
    <p:extLst>
      <p:ext uri="{BB962C8B-B14F-4D97-AF65-F5344CB8AC3E}">
        <p14:creationId xmlns:p14="http://schemas.microsoft.com/office/powerpoint/2010/main" val="13491869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ACF1B06-DB24-F92F-0B03-57E4534D5E91}"/>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Link with solid fill">
            <a:extLst>
              <a:ext uri="{FF2B5EF4-FFF2-40B4-BE49-F238E27FC236}">
                <a16:creationId xmlns:a16="http://schemas.microsoft.com/office/drawing/2014/main" id="{C8238BBE-00FC-0DE0-E484-522E04811E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181B4654-3391-DEB6-F905-49151B363DDD}"/>
              </a:ext>
            </a:extLst>
          </p:cNvPr>
          <p:cNvSpPr>
            <a:spLocks noGrp="1"/>
          </p:cNvSpPr>
          <p:nvPr>
            <p:ph type="title" hasCustomPrompt="1"/>
          </p:nvPr>
        </p:nvSpPr>
        <p:spPr>
          <a:xfrm>
            <a:off x="838200" y="510004"/>
            <a:ext cx="10515600" cy="1325563"/>
          </a:xfrm>
        </p:spPr>
        <p:txBody>
          <a:bodyPr>
            <a:no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FDC8CA38-EEAD-E583-739F-2BF4BCC3BDAE}"/>
              </a:ext>
            </a:extLst>
          </p:cNvPr>
          <p:cNvSpPr>
            <a:spLocks noGrp="1"/>
          </p:cNvSpPr>
          <p:nvPr>
            <p:ph idx="1" hasCustomPrompt="1"/>
          </p:nvPr>
        </p:nvSpPr>
        <p:spPr>
          <a:xfrm>
            <a:off x="838200" y="1939417"/>
            <a:ext cx="10515600" cy="4351338"/>
          </a:xfrm>
        </p:spPr>
        <p:txBody>
          <a:bodyPr>
            <a:normAutofit/>
          </a:bodyPr>
          <a:lstStyle>
            <a:lvl1pPr>
              <a:defRPr sz="3200">
                <a:solidFill>
                  <a:schemeClr val="bg1"/>
                </a:solidFill>
              </a:defRPr>
            </a:lvl1pPr>
          </a:lstStyle>
          <a:p>
            <a:pPr lvl="0"/>
            <a:r>
              <a:rPr lang="en-US" dirty="0"/>
              <a:t>Click to add content</a:t>
            </a:r>
          </a:p>
        </p:txBody>
      </p:sp>
      <p:pic>
        <p:nvPicPr>
          <p:cNvPr id="8" name="Picture 7" descr="A purple text on a black background&#10;&#10;Description automatically generated">
            <a:extLst>
              <a:ext uri="{FF2B5EF4-FFF2-40B4-BE49-F238E27FC236}">
                <a16:creationId xmlns:a16="http://schemas.microsoft.com/office/drawing/2014/main" id="{16C70FA3-E230-E727-18E2-F61A34C67A68}"/>
              </a:ext>
            </a:extLst>
          </p:cNvPr>
          <p:cNvPicPr>
            <a:picLocks noChangeAspect="1"/>
          </p:cNvPicPr>
          <p:nvPr userDrawn="1"/>
        </p:nvPicPr>
        <p:blipFill rotWithShape="1">
          <a:blip r:embed="rId4"/>
          <a:srcRect t="19573" r="26581" b="17767"/>
          <a:stretch/>
        </p:blipFill>
        <p:spPr>
          <a:xfrm>
            <a:off x="131748" y="6108294"/>
            <a:ext cx="2529169" cy="555057"/>
          </a:xfrm>
          <a:prstGeom prst="rect">
            <a:avLst/>
          </a:prstGeom>
          <a:effectLst>
            <a:glow rad="114300">
              <a:schemeClr val="bg1"/>
            </a:glow>
          </a:effectLst>
        </p:spPr>
      </p:pic>
      <p:pic>
        <p:nvPicPr>
          <p:cNvPr id="9" name="Picture 8" descr="A colorful star logo with black background&#10;&#10;Description automatically generated">
            <a:extLst>
              <a:ext uri="{FF2B5EF4-FFF2-40B4-BE49-F238E27FC236}">
                <a16:creationId xmlns:a16="http://schemas.microsoft.com/office/drawing/2014/main" id="{D3CABB2E-E743-3B28-1D24-7E9ABC7CF35D}"/>
              </a:ext>
            </a:extLst>
          </p:cNvPr>
          <p:cNvPicPr>
            <a:picLocks noChangeAspect="1"/>
          </p:cNvPicPr>
          <p:nvPr userDrawn="1"/>
        </p:nvPicPr>
        <p:blipFill rotWithShape="1">
          <a:blip r:embed="rId5"/>
          <a:srcRect l="22502" r="22624" b="43530"/>
          <a:stretch/>
        </p:blipFill>
        <p:spPr>
          <a:xfrm>
            <a:off x="11433542" y="105999"/>
            <a:ext cx="626710" cy="600307"/>
          </a:xfrm>
          <a:prstGeom prst="rect">
            <a:avLst/>
          </a:prstGeom>
          <a:effectLst>
            <a:glow rad="88900">
              <a:schemeClr val="bg1"/>
            </a:glow>
          </a:effectLst>
        </p:spPr>
      </p:pic>
      <p:pic>
        <p:nvPicPr>
          <p:cNvPr id="25" name="Graphic 24" descr="Link with solid fill">
            <a:extLst>
              <a:ext uri="{FF2B5EF4-FFF2-40B4-BE49-F238E27FC236}">
                <a16:creationId xmlns:a16="http://schemas.microsoft.com/office/drawing/2014/main" id="{DA749C38-CA41-6B2A-0E9D-C5E9193F2D7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8614" y="88069"/>
            <a:ext cx="280715" cy="280715"/>
          </a:xfrm>
          <a:prstGeom prst="rect">
            <a:avLst/>
          </a:prstGeom>
        </p:spPr>
      </p:pic>
      <p:sp>
        <p:nvSpPr>
          <p:cNvPr id="26" name="TextBox 25">
            <a:extLst>
              <a:ext uri="{FF2B5EF4-FFF2-40B4-BE49-F238E27FC236}">
                <a16:creationId xmlns:a16="http://schemas.microsoft.com/office/drawing/2014/main" id="{6A08586B-8C89-8043-8BFC-547E06E1F067}"/>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8">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spTree>
    <p:extLst>
      <p:ext uri="{BB962C8B-B14F-4D97-AF65-F5344CB8AC3E}">
        <p14:creationId xmlns:p14="http://schemas.microsoft.com/office/powerpoint/2010/main" val="9667319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0E4BFC8-A8C1-41E7-AF4D-E99F01493EEB}"/>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6897E7F7-7C4B-49AC-EEE3-E556A8A055B1}"/>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227ADD0A-FF1F-AC1E-3686-D490665FCD5B}"/>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6" name="TextBox 5">
            <a:extLst>
              <a:ext uri="{FF2B5EF4-FFF2-40B4-BE49-F238E27FC236}">
                <a16:creationId xmlns:a16="http://schemas.microsoft.com/office/drawing/2014/main" id="{1B071D18-69BE-364C-AF92-A07B04DD36B6}"/>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7" name="Graphic 6" descr="Link with solid fill">
            <a:extLst>
              <a:ext uri="{FF2B5EF4-FFF2-40B4-BE49-F238E27FC236}">
                <a16:creationId xmlns:a16="http://schemas.microsoft.com/office/drawing/2014/main" id="{4E16832E-E4F7-3794-698C-D01C1CBE0DA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481666"/>
            <a:ext cx="10515600" cy="1325563"/>
          </a:xfrm>
        </p:spPr>
        <p:txBody>
          <a:bodyPr>
            <a:norm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199" y="1888379"/>
            <a:ext cx="6790765" cy="4351338"/>
          </a:xfrm>
        </p:spPr>
        <p:txBody>
          <a:bodyPr>
            <a:normAutofit/>
          </a:bodyPr>
          <a:lstStyle>
            <a:lvl1pPr>
              <a:defRPr sz="2800" b="0" i="0">
                <a:solidFill>
                  <a:schemeClr val="bg1"/>
                </a:solidFill>
                <a:latin typeface="+mn-lt"/>
                <a:ea typeface="Open Sans Light" pitchFamily="2" charset="0"/>
                <a:cs typeface="Open Sans Light" pitchFamily="2" charset="0"/>
              </a:defRPr>
            </a:lvl1pPr>
          </a:lstStyle>
          <a:p>
            <a:pPr lvl="0"/>
            <a:r>
              <a:rPr lang="en-US" dirty="0"/>
              <a:t>Click to edit text</a:t>
            </a:r>
          </a:p>
        </p:txBody>
      </p:sp>
      <p:sp>
        <p:nvSpPr>
          <p:cNvPr id="14" name="Content Placeholder 2">
            <a:extLst>
              <a:ext uri="{FF2B5EF4-FFF2-40B4-BE49-F238E27FC236}">
                <a16:creationId xmlns:a16="http://schemas.microsoft.com/office/drawing/2014/main" id="{F1B377CC-1298-2CDD-1506-C2B50B5CC29A}"/>
              </a:ext>
            </a:extLst>
          </p:cNvPr>
          <p:cNvSpPr>
            <a:spLocks noGrp="1"/>
          </p:cNvSpPr>
          <p:nvPr>
            <p:ph sz="half" idx="10" hasCustomPrompt="1"/>
          </p:nvPr>
        </p:nvSpPr>
        <p:spPr>
          <a:xfrm>
            <a:off x="7873407" y="1897344"/>
            <a:ext cx="3484875" cy="4351338"/>
          </a:xfrm>
        </p:spPr>
        <p:txBody>
          <a:bodyPr>
            <a:normAutofit/>
          </a:bodyPr>
          <a:lstStyle>
            <a:lvl1pPr>
              <a:defRPr sz="2800" b="0" i="0">
                <a:solidFill>
                  <a:schemeClr val="bg1"/>
                </a:solidFill>
                <a:latin typeface="+mn-lt"/>
                <a:ea typeface="Open Sans Light" pitchFamily="2" charset="0"/>
                <a:cs typeface="Open Sans Light" pitchFamily="2" charset="0"/>
              </a:defRPr>
            </a:lvl1pPr>
          </a:lstStyle>
          <a:p>
            <a:pPr lvl="0"/>
            <a:r>
              <a:rPr lang="en-US" dirty="0"/>
              <a:t>Click to add image</a:t>
            </a:r>
          </a:p>
        </p:txBody>
      </p:sp>
    </p:spTree>
    <p:extLst>
      <p:ext uri="{BB962C8B-B14F-4D97-AF65-F5344CB8AC3E}">
        <p14:creationId xmlns:p14="http://schemas.microsoft.com/office/powerpoint/2010/main" val="21736351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Alt Two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0A9AD7-AE83-0564-A147-42877A7644E6}"/>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6897E7F7-7C4B-49AC-EEE3-E556A8A055B1}"/>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227ADD0A-FF1F-AC1E-3686-D490665FCD5B}"/>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6" name="TextBox 5">
            <a:extLst>
              <a:ext uri="{FF2B5EF4-FFF2-40B4-BE49-F238E27FC236}">
                <a16:creationId xmlns:a16="http://schemas.microsoft.com/office/drawing/2014/main" id="{2CD66021-E08E-0DB7-2C1B-F99EA29536D6}"/>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7" name="Graphic 6" descr="Link with solid fill">
            <a:extLst>
              <a:ext uri="{FF2B5EF4-FFF2-40B4-BE49-F238E27FC236}">
                <a16:creationId xmlns:a16="http://schemas.microsoft.com/office/drawing/2014/main" id="{C92B9940-1970-389C-7E9F-DC87BE67A26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481666"/>
            <a:ext cx="10515600" cy="1325563"/>
          </a:xfrm>
        </p:spPr>
        <p:txBody>
          <a:bodyPr>
            <a:norm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14" name="Content Placeholder 2">
            <a:extLst>
              <a:ext uri="{FF2B5EF4-FFF2-40B4-BE49-F238E27FC236}">
                <a16:creationId xmlns:a16="http://schemas.microsoft.com/office/drawing/2014/main" id="{F1B377CC-1298-2CDD-1506-C2B50B5CC29A}"/>
              </a:ext>
            </a:extLst>
          </p:cNvPr>
          <p:cNvSpPr>
            <a:spLocks noGrp="1"/>
          </p:cNvSpPr>
          <p:nvPr>
            <p:ph sz="half" idx="10" hasCustomPrompt="1"/>
          </p:nvPr>
        </p:nvSpPr>
        <p:spPr>
          <a:xfrm>
            <a:off x="838199" y="1897344"/>
            <a:ext cx="3484875" cy="4351338"/>
          </a:xfrm>
        </p:spPr>
        <p:txBody>
          <a:bodyPr>
            <a:normAutofit/>
          </a:bodyPr>
          <a:lstStyle>
            <a:lvl1pPr>
              <a:defRPr sz="2800" b="0" i="0">
                <a:solidFill>
                  <a:schemeClr val="bg1"/>
                </a:solidFill>
                <a:latin typeface="+mn-lt"/>
                <a:ea typeface="Open Sans Light" pitchFamily="2" charset="0"/>
                <a:cs typeface="Open Sans Light" pitchFamily="2" charset="0"/>
              </a:defRPr>
            </a:lvl1pPr>
          </a:lstStyle>
          <a:p>
            <a:pPr lvl="0"/>
            <a:r>
              <a:rPr lang="en-US" dirty="0"/>
              <a:t>Click to add image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4567517" y="1888379"/>
            <a:ext cx="6790765" cy="4351338"/>
          </a:xfrm>
        </p:spPr>
        <p:txBody>
          <a:bodyPr>
            <a:normAutofit/>
          </a:bodyPr>
          <a:lstStyle>
            <a:lvl1pPr>
              <a:defRPr sz="2800" b="0" i="0">
                <a:solidFill>
                  <a:schemeClr val="bg1"/>
                </a:solidFill>
                <a:latin typeface="+mn-lt"/>
                <a:ea typeface="Open Sans Light" pitchFamily="2" charset="0"/>
                <a:cs typeface="Open Sans Light" pitchFamily="2" charset="0"/>
              </a:defRPr>
            </a:lvl1pPr>
          </a:lstStyle>
          <a:p>
            <a:pPr lvl="0"/>
            <a:r>
              <a:rPr lang="en-US" dirty="0"/>
              <a:t>Click to edit text</a:t>
            </a:r>
          </a:p>
        </p:txBody>
      </p:sp>
    </p:spTree>
    <p:extLst>
      <p:ext uri="{BB962C8B-B14F-4D97-AF65-F5344CB8AC3E}">
        <p14:creationId xmlns:p14="http://schemas.microsoft.com/office/powerpoint/2010/main" val="8878489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3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D2D433B-1DF1-DC14-DE45-F7335836C866}"/>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6" name="TextBox 5">
            <a:extLst>
              <a:ext uri="{FF2B5EF4-FFF2-40B4-BE49-F238E27FC236}">
                <a16:creationId xmlns:a16="http://schemas.microsoft.com/office/drawing/2014/main" id="{973C7F87-B47E-0D7E-8FC1-F6C13DA4EF33}"/>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7" name="Graphic 6" descr="Link with solid fill">
            <a:extLst>
              <a:ext uri="{FF2B5EF4-FFF2-40B4-BE49-F238E27FC236}">
                <a16:creationId xmlns:a16="http://schemas.microsoft.com/office/drawing/2014/main" id="{D3DB8DBF-443A-3938-B5A4-34F94E8625F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4" name="Content Placeholder 3">
            <a:extLst>
              <a:ext uri="{FF2B5EF4-FFF2-40B4-BE49-F238E27FC236}">
                <a16:creationId xmlns:a16="http://schemas.microsoft.com/office/drawing/2014/main" id="{B0DE8D28-1635-A4F8-1AAF-DF77268D0220}"/>
              </a:ext>
            </a:extLst>
          </p:cNvPr>
          <p:cNvSpPr>
            <a:spLocks noGrp="1"/>
          </p:cNvSpPr>
          <p:nvPr>
            <p:ph sz="half" idx="2" hasCustomPrompt="1"/>
          </p:nvPr>
        </p:nvSpPr>
        <p:spPr>
          <a:xfrm>
            <a:off x="6172200" y="1882741"/>
            <a:ext cx="5181600" cy="2518929"/>
          </a:xfrm>
        </p:spPr>
        <p:txBody>
          <a:bodyPr/>
          <a:lstStyle>
            <a:lvl1pPr>
              <a:defRPr>
                <a:solidFill>
                  <a:schemeClr val="bg1"/>
                </a:solidFill>
              </a:defRPr>
            </a:lvl1pPr>
          </a:lstStyle>
          <a:p>
            <a:pPr lvl="0"/>
            <a:r>
              <a:rPr lang="en-US" dirty="0"/>
              <a:t>Click to add image</a:t>
            </a:r>
          </a:p>
        </p:txBody>
      </p:sp>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4498210"/>
            <a:ext cx="10515600" cy="1759156"/>
          </a:xfrm>
        </p:spPr>
        <p:txBody>
          <a:bodyPr/>
          <a:lstStyle>
            <a:lvl1pPr>
              <a:defRPr>
                <a:solidFill>
                  <a:schemeClr val="bg1"/>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1882741"/>
            <a:ext cx="4871991" cy="2518929"/>
          </a:xfrm>
        </p:spPr>
        <p:txBody>
          <a:bodyPr/>
          <a:lstStyle>
            <a:lvl1pPr>
              <a:defRPr>
                <a:solidFill>
                  <a:schemeClr val="bg1"/>
                </a:solidFill>
              </a:defRPr>
            </a:lvl1pPr>
          </a:lstStyle>
          <a:p>
            <a:pPr lvl="0"/>
            <a:r>
              <a:rPr lang="en-US" dirty="0"/>
              <a:t>Click to add image</a:t>
            </a:r>
          </a:p>
        </p:txBody>
      </p:sp>
    </p:spTree>
    <p:extLst>
      <p:ext uri="{BB962C8B-B14F-4D97-AF65-F5344CB8AC3E}">
        <p14:creationId xmlns:p14="http://schemas.microsoft.com/office/powerpoint/2010/main" val="35225763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Alt 3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C302C21-FE6B-ED4D-7E14-EDA43DF1D467}"/>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6" name="TextBox 5">
            <a:extLst>
              <a:ext uri="{FF2B5EF4-FFF2-40B4-BE49-F238E27FC236}">
                <a16:creationId xmlns:a16="http://schemas.microsoft.com/office/drawing/2014/main" id="{0EC94B4D-4207-EB8E-C67A-DE0C372278A2}"/>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7" name="Graphic 6" descr="Link with solid fill">
            <a:extLst>
              <a:ext uri="{FF2B5EF4-FFF2-40B4-BE49-F238E27FC236}">
                <a16:creationId xmlns:a16="http://schemas.microsoft.com/office/drawing/2014/main" id="{E0CD3C94-92F3-BF87-E526-7E9C2F7A0D6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1882741"/>
            <a:ext cx="10515600" cy="1759156"/>
          </a:xfrm>
        </p:spPr>
        <p:txBody>
          <a:bodyPr/>
          <a:lstStyle>
            <a:lvl1pPr>
              <a:defRPr>
                <a:solidFill>
                  <a:schemeClr val="bg1"/>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3787407"/>
            <a:ext cx="4871991" cy="2518929"/>
          </a:xfrm>
        </p:spPr>
        <p:txBody>
          <a:bodyPr/>
          <a:lstStyle>
            <a:lvl1pPr>
              <a:defRPr>
                <a:solidFill>
                  <a:schemeClr val="bg1"/>
                </a:solidFill>
              </a:defRPr>
            </a:lvl1pPr>
          </a:lstStyle>
          <a:p>
            <a:pPr lvl="0"/>
            <a:r>
              <a:rPr lang="en-US" dirty="0"/>
              <a:t>Click to add image</a:t>
            </a:r>
          </a:p>
        </p:txBody>
      </p:sp>
      <p:sp>
        <p:nvSpPr>
          <p:cNvPr id="4" name="Content Placeholder 3">
            <a:extLst>
              <a:ext uri="{FF2B5EF4-FFF2-40B4-BE49-F238E27FC236}">
                <a16:creationId xmlns:a16="http://schemas.microsoft.com/office/drawing/2014/main" id="{B0DE8D28-1635-A4F8-1AAF-DF77268D0220}"/>
              </a:ext>
            </a:extLst>
          </p:cNvPr>
          <p:cNvSpPr>
            <a:spLocks noGrp="1"/>
          </p:cNvSpPr>
          <p:nvPr>
            <p:ph sz="half" idx="2" hasCustomPrompt="1"/>
          </p:nvPr>
        </p:nvSpPr>
        <p:spPr>
          <a:xfrm>
            <a:off x="6172200" y="3787407"/>
            <a:ext cx="5181600" cy="2518929"/>
          </a:xfrm>
        </p:spPr>
        <p:txBody>
          <a:bodyPr/>
          <a:lstStyle>
            <a:lvl1pPr>
              <a:defRPr>
                <a:solidFill>
                  <a:schemeClr val="bg1"/>
                </a:solidFill>
              </a:defRPr>
            </a:lvl1pPr>
          </a:lstStyle>
          <a:p>
            <a:pPr lvl="0"/>
            <a:r>
              <a:rPr lang="en-US" dirty="0"/>
              <a:t>Click to add image</a:t>
            </a:r>
          </a:p>
        </p:txBody>
      </p:sp>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Tree>
    <p:extLst>
      <p:ext uri="{BB962C8B-B14F-4D97-AF65-F5344CB8AC3E}">
        <p14:creationId xmlns:p14="http://schemas.microsoft.com/office/powerpoint/2010/main" val="32845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4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8EC0CF-9CC0-DADE-0389-9E1DF855AB7A}"/>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7" name="TextBox 6">
            <a:extLst>
              <a:ext uri="{FF2B5EF4-FFF2-40B4-BE49-F238E27FC236}">
                <a16:creationId xmlns:a16="http://schemas.microsoft.com/office/drawing/2014/main" id="{B66E824E-AE3F-8F93-A04A-975D23D36574}"/>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9" name="Graphic 8" descr="Link with solid fill">
            <a:extLst>
              <a:ext uri="{FF2B5EF4-FFF2-40B4-BE49-F238E27FC236}">
                <a16:creationId xmlns:a16="http://schemas.microsoft.com/office/drawing/2014/main" id="{B8828D2E-C68E-AE90-6D7E-A3DE9C277AA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5" name="Content Placeholder 2">
            <a:extLst>
              <a:ext uri="{FF2B5EF4-FFF2-40B4-BE49-F238E27FC236}">
                <a16:creationId xmlns:a16="http://schemas.microsoft.com/office/drawing/2014/main" id="{43954507-0802-5324-53E2-350830C17D5A}"/>
              </a:ext>
            </a:extLst>
          </p:cNvPr>
          <p:cNvSpPr>
            <a:spLocks noGrp="1"/>
          </p:cNvSpPr>
          <p:nvPr>
            <p:ph sz="half" idx="12" hasCustomPrompt="1"/>
          </p:nvPr>
        </p:nvSpPr>
        <p:spPr>
          <a:xfrm>
            <a:off x="8072719" y="1891706"/>
            <a:ext cx="3276600" cy="2518929"/>
          </a:xfrm>
        </p:spPr>
        <p:txBody>
          <a:bodyPr/>
          <a:lstStyle>
            <a:lvl1pPr>
              <a:defRPr>
                <a:solidFill>
                  <a:schemeClr val="bg1"/>
                </a:solidFill>
              </a:defRPr>
            </a:lvl1pPr>
          </a:lstStyle>
          <a:p>
            <a:pPr lvl="0"/>
            <a:r>
              <a:rPr lang="en-US" dirty="0"/>
              <a:t>Click to add image</a:t>
            </a:r>
          </a:p>
        </p:txBody>
      </p:sp>
      <p:sp>
        <p:nvSpPr>
          <p:cNvPr id="2" name="Content Placeholder 2">
            <a:extLst>
              <a:ext uri="{FF2B5EF4-FFF2-40B4-BE49-F238E27FC236}">
                <a16:creationId xmlns:a16="http://schemas.microsoft.com/office/drawing/2014/main" id="{A41EBA4F-8F72-54E5-2B09-EA908F62E363}"/>
              </a:ext>
            </a:extLst>
          </p:cNvPr>
          <p:cNvSpPr>
            <a:spLocks noGrp="1"/>
          </p:cNvSpPr>
          <p:nvPr>
            <p:ph sz="half" idx="11" hasCustomPrompt="1"/>
          </p:nvPr>
        </p:nvSpPr>
        <p:spPr>
          <a:xfrm>
            <a:off x="4457700" y="1891706"/>
            <a:ext cx="3276600" cy="2518929"/>
          </a:xfrm>
        </p:spPr>
        <p:txBody>
          <a:bodyPr/>
          <a:lstStyle>
            <a:lvl1pPr>
              <a:defRPr>
                <a:solidFill>
                  <a:schemeClr val="bg1"/>
                </a:solidFill>
              </a:defRPr>
            </a:lvl1pPr>
          </a:lstStyle>
          <a:p>
            <a:pPr lvl="0"/>
            <a:r>
              <a:rPr lang="en-US" dirty="0"/>
              <a:t>Click to add image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1882741"/>
            <a:ext cx="3276600" cy="2518929"/>
          </a:xfrm>
        </p:spPr>
        <p:txBody>
          <a:bodyPr/>
          <a:lstStyle>
            <a:lvl1pPr>
              <a:defRPr>
                <a:solidFill>
                  <a:schemeClr val="bg1"/>
                </a:solidFill>
              </a:defRPr>
            </a:lvl1pPr>
          </a:lstStyle>
          <a:p>
            <a:pPr lvl="0"/>
            <a:r>
              <a:rPr lang="en-US" dirty="0"/>
              <a:t>Click to add image</a:t>
            </a:r>
          </a:p>
        </p:txBody>
      </p:sp>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4495112"/>
            <a:ext cx="10515600" cy="1759156"/>
          </a:xfrm>
        </p:spPr>
        <p:txBody>
          <a:bodyPr/>
          <a:lstStyle>
            <a:lvl1pPr>
              <a:defRPr>
                <a:solidFill>
                  <a:schemeClr val="bg1"/>
                </a:solidFill>
              </a:defRPr>
            </a:lvl1pPr>
          </a:lstStyle>
          <a:p>
            <a:pPr lvl="0"/>
            <a:r>
              <a:rPr lang="en-US" dirty="0"/>
              <a:t>Click to edit text</a:t>
            </a:r>
          </a:p>
        </p:txBody>
      </p:sp>
    </p:spTree>
    <p:extLst>
      <p:ext uri="{BB962C8B-B14F-4D97-AF65-F5344CB8AC3E}">
        <p14:creationId xmlns:p14="http://schemas.microsoft.com/office/powerpoint/2010/main" val="1593456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Alt 4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5EFC81-A811-C645-1A5D-9D90A392322A}"/>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purple text on a black background&#10;&#10;Description automatically generated">
            <a:extLst>
              <a:ext uri="{FF2B5EF4-FFF2-40B4-BE49-F238E27FC236}">
                <a16:creationId xmlns:a16="http://schemas.microsoft.com/office/drawing/2014/main" id="{A6F5E9E3-B603-13D1-E4AD-5E684EEC6B63}"/>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2" name="Picture 11" descr="A colorful star logo with black background&#10;&#10;Description automatically generated">
            <a:extLst>
              <a:ext uri="{FF2B5EF4-FFF2-40B4-BE49-F238E27FC236}">
                <a16:creationId xmlns:a16="http://schemas.microsoft.com/office/drawing/2014/main" id="{33F615C5-7AC5-8356-5838-13C4621CDF10}"/>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7" name="TextBox 6">
            <a:extLst>
              <a:ext uri="{FF2B5EF4-FFF2-40B4-BE49-F238E27FC236}">
                <a16:creationId xmlns:a16="http://schemas.microsoft.com/office/drawing/2014/main" id="{A1480007-EF42-FAFF-D8CE-48991574BA8C}"/>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9" name="Graphic 8" descr="Link with solid fill">
            <a:extLst>
              <a:ext uri="{FF2B5EF4-FFF2-40B4-BE49-F238E27FC236}">
                <a16:creationId xmlns:a16="http://schemas.microsoft.com/office/drawing/2014/main" id="{233238D4-6CE8-1C55-EC59-7EB07065685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21" name="Title 1">
            <a:extLst>
              <a:ext uri="{FF2B5EF4-FFF2-40B4-BE49-F238E27FC236}">
                <a16:creationId xmlns:a16="http://schemas.microsoft.com/office/drawing/2014/main" id="{51CEA2A0-D792-7A8B-96C4-11F62B54DF06}"/>
              </a:ext>
            </a:extLst>
          </p:cNvPr>
          <p:cNvSpPr>
            <a:spLocks noGrp="1"/>
          </p:cNvSpPr>
          <p:nvPr>
            <p:ph type="title" hasCustomPrompt="1"/>
          </p:nvPr>
        </p:nvSpPr>
        <p:spPr>
          <a:xfrm>
            <a:off x="838200" y="481666"/>
            <a:ext cx="10515600" cy="1325563"/>
          </a:xfrm>
        </p:spPr>
        <p:txBody>
          <a:bodyPr>
            <a:norm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
        <p:nvSpPr>
          <p:cNvPr id="5" name="Content Placeholder 2">
            <a:extLst>
              <a:ext uri="{FF2B5EF4-FFF2-40B4-BE49-F238E27FC236}">
                <a16:creationId xmlns:a16="http://schemas.microsoft.com/office/drawing/2014/main" id="{43954507-0802-5324-53E2-350830C17D5A}"/>
              </a:ext>
            </a:extLst>
          </p:cNvPr>
          <p:cNvSpPr>
            <a:spLocks noGrp="1"/>
          </p:cNvSpPr>
          <p:nvPr>
            <p:ph sz="half" idx="12" hasCustomPrompt="1"/>
          </p:nvPr>
        </p:nvSpPr>
        <p:spPr>
          <a:xfrm>
            <a:off x="8072719" y="3796372"/>
            <a:ext cx="3276600" cy="2518929"/>
          </a:xfrm>
        </p:spPr>
        <p:txBody>
          <a:bodyPr/>
          <a:lstStyle>
            <a:lvl1pPr>
              <a:defRPr>
                <a:solidFill>
                  <a:schemeClr val="bg1"/>
                </a:solidFill>
              </a:defRPr>
            </a:lvl1pPr>
          </a:lstStyle>
          <a:p>
            <a:pPr lvl="0"/>
            <a:r>
              <a:rPr lang="en-US" dirty="0"/>
              <a:t>Click to add image</a:t>
            </a:r>
          </a:p>
        </p:txBody>
      </p:sp>
      <p:sp>
        <p:nvSpPr>
          <p:cNvPr id="2" name="Content Placeholder 2">
            <a:extLst>
              <a:ext uri="{FF2B5EF4-FFF2-40B4-BE49-F238E27FC236}">
                <a16:creationId xmlns:a16="http://schemas.microsoft.com/office/drawing/2014/main" id="{A41EBA4F-8F72-54E5-2B09-EA908F62E363}"/>
              </a:ext>
            </a:extLst>
          </p:cNvPr>
          <p:cNvSpPr>
            <a:spLocks noGrp="1"/>
          </p:cNvSpPr>
          <p:nvPr>
            <p:ph sz="half" idx="11" hasCustomPrompt="1"/>
          </p:nvPr>
        </p:nvSpPr>
        <p:spPr>
          <a:xfrm>
            <a:off x="4457700" y="3796372"/>
            <a:ext cx="3276600" cy="2518929"/>
          </a:xfrm>
        </p:spPr>
        <p:txBody>
          <a:bodyPr/>
          <a:lstStyle>
            <a:lvl1pPr>
              <a:defRPr>
                <a:solidFill>
                  <a:schemeClr val="bg1"/>
                </a:solidFill>
              </a:defRPr>
            </a:lvl1pPr>
          </a:lstStyle>
          <a:p>
            <a:pPr lvl="0"/>
            <a:r>
              <a:rPr lang="en-US" dirty="0"/>
              <a:t>Click to add image</a:t>
            </a:r>
          </a:p>
        </p:txBody>
      </p:sp>
      <p:sp>
        <p:nvSpPr>
          <p:cNvPr id="8" name="Content Placeholder 2">
            <a:extLst>
              <a:ext uri="{FF2B5EF4-FFF2-40B4-BE49-F238E27FC236}">
                <a16:creationId xmlns:a16="http://schemas.microsoft.com/office/drawing/2014/main" id="{88A4ECDE-A321-424B-E06C-2AC5ED113F28}"/>
              </a:ext>
            </a:extLst>
          </p:cNvPr>
          <p:cNvSpPr>
            <a:spLocks noGrp="1"/>
          </p:cNvSpPr>
          <p:nvPr>
            <p:ph idx="10" hasCustomPrompt="1"/>
          </p:nvPr>
        </p:nvSpPr>
        <p:spPr>
          <a:xfrm>
            <a:off x="838200" y="1882741"/>
            <a:ext cx="10515600" cy="1759156"/>
          </a:xfrm>
        </p:spPr>
        <p:txBody>
          <a:bodyPr/>
          <a:lstStyle>
            <a:lvl1pPr>
              <a:defRPr>
                <a:solidFill>
                  <a:schemeClr val="bg1"/>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838200" y="3787407"/>
            <a:ext cx="3276600" cy="2518929"/>
          </a:xfrm>
        </p:spPr>
        <p:txBody>
          <a:bodyPr/>
          <a:lstStyle>
            <a:lvl1pPr>
              <a:defRPr>
                <a:solidFill>
                  <a:schemeClr val="bg1"/>
                </a:solidFill>
              </a:defRPr>
            </a:lvl1pPr>
          </a:lstStyle>
          <a:p>
            <a:pPr lvl="0"/>
            <a:r>
              <a:rPr lang="en-US" dirty="0"/>
              <a:t>Click to add image</a:t>
            </a:r>
          </a:p>
        </p:txBody>
      </p:sp>
    </p:spTree>
    <p:extLst>
      <p:ext uri="{BB962C8B-B14F-4D97-AF65-F5344CB8AC3E}">
        <p14:creationId xmlns:p14="http://schemas.microsoft.com/office/powerpoint/2010/main" val="9005035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5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251E9-490C-E559-1595-26EE567F8F56}"/>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FBB6C951-3288-DB1A-9952-3076032BA85B}"/>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BD0F15A2-3D4C-5C40-1658-9801E3A6BFBA}"/>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6" name="TextBox 5">
            <a:extLst>
              <a:ext uri="{FF2B5EF4-FFF2-40B4-BE49-F238E27FC236}">
                <a16:creationId xmlns:a16="http://schemas.microsoft.com/office/drawing/2014/main" id="{7B2A2350-EEEE-7E96-1343-F01C33754846}"/>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7" name="Graphic 6" descr="Link with solid fill">
            <a:extLst>
              <a:ext uri="{FF2B5EF4-FFF2-40B4-BE49-F238E27FC236}">
                <a16:creationId xmlns:a16="http://schemas.microsoft.com/office/drawing/2014/main" id="{77A0FB75-3E5C-C419-E9BD-7D8E003D6CD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18" name="Content Placeholder 2">
            <a:extLst>
              <a:ext uri="{FF2B5EF4-FFF2-40B4-BE49-F238E27FC236}">
                <a16:creationId xmlns:a16="http://schemas.microsoft.com/office/drawing/2014/main" id="{B80EDAD4-5E86-1867-1B20-092B2F7776C0}"/>
              </a:ext>
            </a:extLst>
          </p:cNvPr>
          <p:cNvSpPr>
            <a:spLocks noGrp="1"/>
          </p:cNvSpPr>
          <p:nvPr>
            <p:ph sz="half" idx="13" hasCustomPrompt="1"/>
          </p:nvPr>
        </p:nvSpPr>
        <p:spPr>
          <a:xfrm>
            <a:off x="8780928" y="4156883"/>
            <a:ext cx="2570148" cy="2136341"/>
          </a:xfrm>
        </p:spPr>
        <p:txBody>
          <a:bodyPr/>
          <a:lstStyle>
            <a:lvl1pPr>
              <a:defRPr>
                <a:solidFill>
                  <a:schemeClr val="bg1"/>
                </a:solidFill>
              </a:defRPr>
            </a:lvl1pPr>
          </a:lstStyle>
          <a:p>
            <a:pPr lvl="0"/>
            <a:r>
              <a:rPr lang="en-US" dirty="0"/>
              <a:t>Click to add image</a:t>
            </a:r>
          </a:p>
        </p:txBody>
      </p:sp>
      <p:sp>
        <p:nvSpPr>
          <p:cNvPr id="17" name="Content Placeholder 2">
            <a:extLst>
              <a:ext uri="{FF2B5EF4-FFF2-40B4-BE49-F238E27FC236}">
                <a16:creationId xmlns:a16="http://schemas.microsoft.com/office/drawing/2014/main" id="{8F39427C-BDDB-910D-15D2-A20CE3DE1C74}"/>
              </a:ext>
            </a:extLst>
          </p:cNvPr>
          <p:cNvSpPr>
            <a:spLocks noGrp="1"/>
          </p:cNvSpPr>
          <p:nvPr>
            <p:ph sz="half" idx="12" hasCustomPrompt="1"/>
          </p:nvPr>
        </p:nvSpPr>
        <p:spPr>
          <a:xfrm>
            <a:off x="8780928" y="1925967"/>
            <a:ext cx="2570148" cy="2136341"/>
          </a:xfrm>
        </p:spPr>
        <p:txBody>
          <a:bodyPr/>
          <a:lstStyle>
            <a:lvl1pPr>
              <a:defRPr>
                <a:solidFill>
                  <a:schemeClr val="bg1"/>
                </a:solidFill>
              </a:defRPr>
            </a:lvl1pPr>
          </a:lstStyle>
          <a:p>
            <a:pPr lvl="0"/>
            <a:r>
              <a:rPr lang="en-US" dirty="0"/>
              <a:t>Click to add image</a:t>
            </a:r>
          </a:p>
        </p:txBody>
      </p:sp>
      <p:sp>
        <p:nvSpPr>
          <p:cNvPr id="16" name="Content Placeholder 2">
            <a:extLst>
              <a:ext uri="{FF2B5EF4-FFF2-40B4-BE49-F238E27FC236}">
                <a16:creationId xmlns:a16="http://schemas.microsoft.com/office/drawing/2014/main" id="{349FDC43-AF17-73FD-3372-89B0479FC899}"/>
              </a:ext>
            </a:extLst>
          </p:cNvPr>
          <p:cNvSpPr>
            <a:spLocks noGrp="1"/>
          </p:cNvSpPr>
          <p:nvPr>
            <p:ph sz="half" idx="11" hasCustomPrompt="1"/>
          </p:nvPr>
        </p:nvSpPr>
        <p:spPr>
          <a:xfrm>
            <a:off x="838200" y="4156883"/>
            <a:ext cx="2570148" cy="2136341"/>
          </a:xfrm>
        </p:spPr>
        <p:txBody>
          <a:bodyPr/>
          <a:lstStyle>
            <a:lvl1pPr>
              <a:defRPr>
                <a:solidFill>
                  <a:schemeClr val="bg1"/>
                </a:solidFill>
              </a:defRPr>
            </a:lvl1pPr>
          </a:lstStyle>
          <a:p>
            <a:pPr lvl="0"/>
            <a:r>
              <a:rPr lang="en-US" dirty="0"/>
              <a:t>Click to add image</a:t>
            </a:r>
          </a:p>
        </p:txBody>
      </p:sp>
      <p:sp>
        <p:nvSpPr>
          <p:cNvPr id="14" name="Content Placeholder 2">
            <a:extLst>
              <a:ext uri="{FF2B5EF4-FFF2-40B4-BE49-F238E27FC236}">
                <a16:creationId xmlns:a16="http://schemas.microsoft.com/office/drawing/2014/main" id="{1742ADE3-BD95-9FBD-C4AA-398B29EDE8CE}"/>
              </a:ext>
            </a:extLst>
          </p:cNvPr>
          <p:cNvSpPr>
            <a:spLocks noGrp="1"/>
          </p:cNvSpPr>
          <p:nvPr>
            <p:ph sz="half" idx="10" hasCustomPrompt="1"/>
          </p:nvPr>
        </p:nvSpPr>
        <p:spPr>
          <a:xfrm>
            <a:off x="838200" y="1925967"/>
            <a:ext cx="2570148" cy="2136341"/>
          </a:xfrm>
        </p:spPr>
        <p:txBody>
          <a:bodyPr/>
          <a:lstStyle>
            <a:lvl1pPr>
              <a:defRPr>
                <a:solidFill>
                  <a:schemeClr val="bg1"/>
                </a:solidFill>
              </a:defRPr>
            </a:lvl1pPr>
          </a:lstStyle>
          <a:p>
            <a:pPr lvl="0"/>
            <a:r>
              <a:rPr lang="en-US" dirty="0"/>
              <a:t>Click to add image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hasCustomPrompt="1"/>
          </p:nvPr>
        </p:nvSpPr>
        <p:spPr>
          <a:xfrm>
            <a:off x="3505200" y="1925966"/>
            <a:ext cx="5181600" cy="4367257"/>
          </a:xfrm>
        </p:spPr>
        <p:txBody>
          <a:bodyPr/>
          <a:lstStyle>
            <a:lvl1pPr>
              <a:defRPr>
                <a:solidFill>
                  <a:schemeClr val="bg1"/>
                </a:solidFill>
              </a:defRPr>
            </a:lvl1pPr>
          </a:lstStyle>
          <a:p>
            <a:pPr lvl="0"/>
            <a:r>
              <a:rPr lang="en-US" dirty="0"/>
              <a:t>Click to edit text</a:t>
            </a:r>
          </a:p>
        </p:txBody>
      </p:sp>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503278"/>
            <a:ext cx="10515600" cy="1325563"/>
          </a:xfrm>
        </p:spPr>
        <p:txBody>
          <a:bodyPr>
            <a:norm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Tree>
    <p:extLst>
      <p:ext uri="{BB962C8B-B14F-4D97-AF65-F5344CB8AC3E}">
        <p14:creationId xmlns:p14="http://schemas.microsoft.com/office/powerpoint/2010/main" val="40796886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2x2 Conten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E8AA6C6-C47F-E4FF-7465-65CC94340252}"/>
              </a:ext>
            </a:extLst>
          </p:cNvPr>
          <p:cNvSpPr/>
          <p:nvPr userDrawn="1"/>
        </p:nvSpPr>
        <p:spPr>
          <a:xfrm>
            <a:off x="376191" y="406153"/>
            <a:ext cx="11439618" cy="6045694"/>
          </a:xfrm>
          <a:prstGeom prst="rect">
            <a:avLst/>
          </a:prstGeom>
          <a:solidFill>
            <a:srgbClr val="9C3C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urple text on a black background&#10;&#10;Description automatically generated">
            <a:extLst>
              <a:ext uri="{FF2B5EF4-FFF2-40B4-BE49-F238E27FC236}">
                <a16:creationId xmlns:a16="http://schemas.microsoft.com/office/drawing/2014/main" id="{FBB6C951-3288-DB1A-9952-3076032BA85B}"/>
              </a:ext>
            </a:extLst>
          </p:cNvPr>
          <p:cNvPicPr>
            <a:picLocks noChangeAspect="1"/>
          </p:cNvPicPr>
          <p:nvPr userDrawn="1"/>
        </p:nvPicPr>
        <p:blipFill rotWithShape="1">
          <a:blip r:embed="rId2"/>
          <a:srcRect t="19573" r="26581" b="17767"/>
          <a:stretch/>
        </p:blipFill>
        <p:spPr>
          <a:xfrm>
            <a:off x="131748" y="6108294"/>
            <a:ext cx="2529169" cy="555057"/>
          </a:xfrm>
          <a:prstGeom prst="rect">
            <a:avLst/>
          </a:prstGeom>
          <a:effectLst>
            <a:glow rad="114300">
              <a:schemeClr val="bg1"/>
            </a:glow>
          </a:effectLst>
        </p:spPr>
      </p:pic>
      <p:pic>
        <p:nvPicPr>
          <p:cNvPr id="11" name="Picture 10" descr="A colorful star logo with black background&#10;&#10;Description automatically generated">
            <a:extLst>
              <a:ext uri="{FF2B5EF4-FFF2-40B4-BE49-F238E27FC236}">
                <a16:creationId xmlns:a16="http://schemas.microsoft.com/office/drawing/2014/main" id="{BD0F15A2-3D4C-5C40-1658-9801E3A6BFBA}"/>
              </a:ext>
            </a:extLst>
          </p:cNvPr>
          <p:cNvPicPr>
            <a:picLocks noChangeAspect="1"/>
          </p:cNvPicPr>
          <p:nvPr userDrawn="1"/>
        </p:nvPicPr>
        <p:blipFill rotWithShape="1">
          <a:blip r:embed="rId3"/>
          <a:srcRect l="22502" r="22624" b="43530"/>
          <a:stretch/>
        </p:blipFill>
        <p:spPr>
          <a:xfrm>
            <a:off x="11433542" y="105999"/>
            <a:ext cx="626710" cy="600307"/>
          </a:xfrm>
          <a:prstGeom prst="rect">
            <a:avLst/>
          </a:prstGeom>
          <a:effectLst>
            <a:glow rad="88900">
              <a:schemeClr val="bg1"/>
            </a:glow>
          </a:effectLst>
        </p:spPr>
      </p:pic>
      <p:sp>
        <p:nvSpPr>
          <p:cNvPr id="17" name="TextBox 16">
            <a:extLst>
              <a:ext uri="{FF2B5EF4-FFF2-40B4-BE49-F238E27FC236}">
                <a16:creationId xmlns:a16="http://schemas.microsoft.com/office/drawing/2014/main" id="{F23F0640-3F18-1996-D8A6-79B0FAE73A21}"/>
              </a:ext>
            </a:extLst>
          </p:cNvPr>
          <p:cNvSpPr txBox="1"/>
          <p:nvPr userDrawn="1"/>
        </p:nvSpPr>
        <p:spPr>
          <a:xfrm>
            <a:off x="284086" y="83116"/>
            <a:ext cx="2787588" cy="276999"/>
          </a:xfrm>
          <a:prstGeom prst="rect">
            <a:avLst/>
          </a:prstGeom>
          <a:noFill/>
        </p:spPr>
        <p:txBody>
          <a:bodyPr wrap="square" rtlCol="0">
            <a:spAutoFit/>
          </a:bodyPr>
          <a:lstStyle/>
          <a:p>
            <a:r>
              <a:rPr lang="en-US" sz="1200" b="0" i="0" u="sng" dirty="0">
                <a:solidFill>
                  <a:srgbClr val="9A1D93"/>
                </a:solidFill>
                <a:effectLst/>
                <a:latin typeface="-apple-system"/>
                <a:hlinkClick r:id="rId4">
                  <a:extLst>
                    <a:ext uri="{A12FA001-AC4F-418D-AE19-62706E023703}">
                      <ahyp:hlinkClr xmlns:ahyp="http://schemas.microsoft.com/office/drawing/2018/hyperlinkcolor" val="tx"/>
                    </a:ext>
                  </a:extLst>
                </a:hlinkClick>
              </a:rPr>
              <a:t>https://dynamicsusergroup.com/meetup/</a:t>
            </a:r>
            <a:endParaRPr lang="en-US" sz="1200" dirty="0">
              <a:solidFill>
                <a:srgbClr val="9A1D93"/>
              </a:solidFill>
            </a:endParaRPr>
          </a:p>
        </p:txBody>
      </p:sp>
      <p:pic>
        <p:nvPicPr>
          <p:cNvPr id="18" name="Graphic 17" descr="Link with solid fill">
            <a:extLst>
              <a:ext uri="{FF2B5EF4-FFF2-40B4-BE49-F238E27FC236}">
                <a16:creationId xmlns:a16="http://schemas.microsoft.com/office/drawing/2014/main" id="{119CC8FD-C082-8B07-BF8A-76F1F44AF14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614" y="84663"/>
            <a:ext cx="280715" cy="280715"/>
          </a:xfrm>
          <a:prstGeom prst="rect">
            <a:avLst/>
          </a:prstGeom>
        </p:spPr>
      </p:pic>
      <p:sp>
        <p:nvSpPr>
          <p:cNvPr id="5" name="Content Placeholder 2">
            <a:extLst>
              <a:ext uri="{FF2B5EF4-FFF2-40B4-BE49-F238E27FC236}">
                <a16:creationId xmlns:a16="http://schemas.microsoft.com/office/drawing/2014/main" id="{1867A41B-FBE9-AB25-80B8-B8EE5D5259ED}"/>
              </a:ext>
            </a:extLst>
          </p:cNvPr>
          <p:cNvSpPr>
            <a:spLocks noGrp="1"/>
          </p:cNvSpPr>
          <p:nvPr>
            <p:ph sz="half" idx="13" hasCustomPrompt="1"/>
          </p:nvPr>
        </p:nvSpPr>
        <p:spPr>
          <a:xfrm>
            <a:off x="7566213" y="1908037"/>
            <a:ext cx="3787278" cy="4367257"/>
          </a:xfrm>
        </p:spPr>
        <p:txBody>
          <a:bodyPr/>
          <a:lstStyle>
            <a:lvl1pPr>
              <a:defRPr>
                <a:solidFill>
                  <a:schemeClr val="bg1"/>
                </a:solidFill>
              </a:defRPr>
            </a:lvl1pPr>
          </a:lstStyle>
          <a:p>
            <a:pPr lvl="0"/>
            <a:r>
              <a:rPr lang="en-US" dirty="0"/>
              <a:t>Click to edit text</a:t>
            </a:r>
          </a:p>
        </p:txBody>
      </p:sp>
      <p:sp>
        <p:nvSpPr>
          <p:cNvPr id="4" name="Content Placeholder 2">
            <a:extLst>
              <a:ext uri="{FF2B5EF4-FFF2-40B4-BE49-F238E27FC236}">
                <a16:creationId xmlns:a16="http://schemas.microsoft.com/office/drawing/2014/main" id="{0D9C8F19-5607-4444-B661-DCA403F0D17B}"/>
              </a:ext>
            </a:extLst>
          </p:cNvPr>
          <p:cNvSpPr>
            <a:spLocks noGrp="1"/>
          </p:cNvSpPr>
          <p:nvPr>
            <p:ph sz="half" idx="12" hasCustomPrompt="1"/>
          </p:nvPr>
        </p:nvSpPr>
        <p:spPr>
          <a:xfrm>
            <a:off x="839957" y="1925966"/>
            <a:ext cx="3785831" cy="4367257"/>
          </a:xfrm>
        </p:spPr>
        <p:txBody>
          <a:bodyPr/>
          <a:lstStyle>
            <a:lvl1pPr>
              <a:defRPr>
                <a:solidFill>
                  <a:schemeClr val="bg1"/>
                </a:solidFill>
              </a:defRPr>
            </a:lvl1pPr>
          </a:lstStyle>
          <a:p>
            <a:pPr lvl="0"/>
            <a:r>
              <a:rPr lang="en-US" dirty="0"/>
              <a:t>Click to edit text</a:t>
            </a:r>
          </a:p>
        </p:txBody>
      </p:sp>
      <p:sp>
        <p:nvSpPr>
          <p:cNvPr id="16" name="Content Placeholder 2">
            <a:extLst>
              <a:ext uri="{FF2B5EF4-FFF2-40B4-BE49-F238E27FC236}">
                <a16:creationId xmlns:a16="http://schemas.microsoft.com/office/drawing/2014/main" id="{349FDC43-AF17-73FD-3372-89B0479FC899}"/>
              </a:ext>
            </a:extLst>
          </p:cNvPr>
          <p:cNvSpPr>
            <a:spLocks noGrp="1"/>
          </p:cNvSpPr>
          <p:nvPr>
            <p:ph sz="half" idx="11" hasCustomPrompt="1"/>
          </p:nvPr>
        </p:nvSpPr>
        <p:spPr>
          <a:xfrm>
            <a:off x="4810926" y="4156883"/>
            <a:ext cx="2570148" cy="2136341"/>
          </a:xfrm>
        </p:spPr>
        <p:txBody>
          <a:bodyPr/>
          <a:lstStyle>
            <a:lvl1pPr>
              <a:defRPr>
                <a:solidFill>
                  <a:schemeClr val="bg1"/>
                </a:solidFill>
              </a:defRPr>
            </a:lvl1pPr>
          </a:lstStyle>
          <a:p>
            <a:pPr lvl="0"/>
            <a:r>
              <a:rPr lang="en-US" dirty="0"/>
              <a:t>Click to add image</a:t>
            </a:r>
          </a:p>
        </p:txBody>
      </p:sp>
      <p:sp>
        <p:nvSpPr>
          <p:cNvPr id="14" name="Content Placeholder 2">
            <a:extLst>
              <a:ext uri="{FF2B5EF4-FFF2-40B4-BE49-F238E27FC236}">
                <a16:creationId xmlns:a16="http://schemas.microsoft.com/office/drawing/2014/main" id="{1742ADE3-BD95-9FBD-C4AA-398B29EDE8CE}"/>
              </a:ext>
            </a:extLst>
          </p:cNvPr>
          <p:cNvSpPr>
            <a:spLocks noGrp="1"/>
          </p:cNvSpPr>
          <p:nvPr>
            <p:ph sz="half" idx="10" hasCustomPrompt="1"/>
          </p:nvPr>
        </p:nvSpPr>
        <p:spPr>
          <a:xfrm>
            <a:off x="4810926" y="1925967"/>
            <a:ext cx="2570148" cy="2136341"/>
          </a:xfrm>
        </p:spPr>
        <p:txBody>
          <a:bodyPr/>
          <a:lstStyle>
            <a:lvl1pPr>
              <a:defRPr>
                <a:solidFill>
                  <a:schemeClr val="bg1"/>
                </a:solidFill>
              </a:defRPr>
            </a:lvl1pPr>
          </a:lstStyle>
          <a:p>
            <a:pPr lvl="0"/>
            <a:r>
              <a:rPr lang="en-US" dirty="0"/>
              <a:t>Click to add image</a:t>
            </a:r>
          </a:p>
        </p:txBody>
      </p:sp>
      <p:sp>
        <p:nvSpPr>
          <p:cNvPr id="2" name="Title 1">
            <a:extLst>
              <a:ext uri="{FF2B5EF4-FFF2-40B4-BE49-F238E27FC236}">
                <a16:creationId xmlns:a16="http://schemas.microsoft.com/office/drawing/2014/main" id="{E160829C-43E8-B7D1-8467-27C6D5CBEB89}"/>
              </a:ext>
            </a:extLst>
          </p:cNvPr>
          <p:cNvSpPr>
            <a:spLocks noGrp="1"/>
          </p:cNvSpPr>
          <p:nvPr>
            <p:ph type="title" hasCustomPrompt="1"/>
          </p:nvPr>
        </p:nvSpPr>
        <p:spPr>
          <a:xfrm>
            <a:off x="838200" y="503278"/>
            <a:ext cx="10515600" cy="1325563"/>
          </a:xfrm>
        </p:spPr>
        <p:txBody>
          <a:bodyPr>
            <a:normAutofit/>
          </a:bodyPr>
          <a:lstStyle>
            <a:lvl1pPr>
              <a:defRPr sz="5400" b="1" i="0">
                <a:solidFill>
                  <a:schemeClr val="bg1"/>
                </a:solidFill>
                <a:latin typeface="Open Sans ExtraBold" pitchFamily="2" charset="0"/>
                <a:ea typeface="Open Sans ExtraBold" pitchFamily="2" charset="0"/>
                <a:cs typeface="Open Sans ExtraBold" pitchFamily="2" charset="0"/>
              </a:defRPr>
            </a:lvl1pPr>
          </a:lstStyle>
          <a:p>
            <a:r>
              <a:rPr lang="en-US" dirty="0"/>
              <a:t>Click to add title</a:t>
            </a:r>
          </a:p>
        </p:txBody>
      </p:sp>
    </p:spTree>
    <p:extLst>
      <p:ext uri="{BB962C8B-B14F-4D97-AF65-F5344CB8AC3E}">
        <p14:creationId xmlns:p14="http://schemas.microsoft.com/office/powerpoint/2010/main" val="11347007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A54C5-3BE7-F382-F5CC-55B30137C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08AD6E-7230-1699-2C6D-6BD9A053D4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1BD95-220E-4B8D-4C04-DC47AA537371}"/>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5" name="Footer Placeholder 4">
            <a:extLst>
              <a:ext uri="{FF2B5EF4-FFF2-40B4-BE49-F238E27FC236}">
                <a16:creationId xmlns:a16="http://schemas.microsoft.com/office/drawing/2014/main" id="{183A5AF9-5835-A120-EF43-69BF609D87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B5114-85F7-B8F9-63C1-D675BF21196E}"/>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3596279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4654-3391-DEB6-F905-49151B363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C8CA38-EEAD-E583-739F-2BF4BCC3BD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7EC17-1E6C-4ADB-E888-F497B6710A1C}"/>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5" name="Footer Placeholder 4">
            <a:extLst>
              <a:ext uri="{FF2B5EF4-FFF2-40B4-BE49-F238E27FC236}">
                <a16:creationId xmlns:a16="http://schemas.microsoft.com/office/drawing/2014/main" id="{B608BE92-4F8D-121F-634C-34DFF6348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0189B3-BDCF-8F73-AA0E-18773DA57998}"/>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7994025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A6D-ADA0-27C3-B9E2-9291737955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D07435-F10B-8E1E-6D98-80050CBEDF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BE7AD3-9037-5DA0-EA14-CF702B662989}"/>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5" name="Footer Placeholder 4">
            <a:extLst>
              <a:ext uri="{FF2B5EF4-FFF2-40B4-BE49-F238E27FC236}">
                <a16:creationId xmlns:a16="http://schemas.microsoft.com/office/drawing/2014/main" id="{FEB3B34A-2684-0240-49DA-D4ABA199DB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74CE8-1FFF-C427-70A6-492EB7111209}"/>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222548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0829C-43E8-B7D1-8467-27C6D5CBEB89}"/>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93BF957-903A-6983-952D-1004CE7269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DE8D28-1635-A4F8-1AAF-DF77268D02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F62FE7-930E-469C-BEC2-DBC6F20CB700}"/>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6" name="Footer Placeholder 5">
            <a:extLst>
              <a:ext uri="{FF2B5EF4-FFF2-40B4-BE49-F238E27FC236}">
                <a16:creationId xmlns:a16="http://schemas.microsoft.com/office/drawing/2014/main" id="{C654F729-721F-B847-FC72-F070BF0FE8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87B801-C62C-DC21-CEE3-6BC051647524}"/>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1969844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0C942-E792-3F18-CD95-0068ADA84E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F87F5-DCB7-C12D-1D78-3DD6166624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50DD7B-83FF-D479-BA60-834431EA6D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7CE187-5ABF-09AC-431C-4585C29A3A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209AE0-A0D5-016A-5609-F3E36C4D2D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7A71CA-02D1-13CE-A9A5-3AF7114AFFC1}"/>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8" name="Footer Placeholder 7">
            <a:extLst>
              <a:ext uri="{FF2B5EF4-FFF2-40B4-BE49-F238E27FC236}">
                <a16:creationId xmlns:a16="http://schemas.microsoft.com/office/drawing/2014/main" id="{5C60B4B9-9CB5-8F22-BF83-467ABD8076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93FECD-0B1C-AF4E-AFD4-B5EA4D22BAA2}"/>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24572470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803E-F897-C2F3-11C5-DCA214350B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F11978-CCE2-C896-0491-88678BE2D4A5}"/>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4" name="Footer Placeholder 3">
            <a:extLst>
              <a:ext uri="{FF2B5EF4-FFF2-40B4-BE49-F238E27FC236}">
                <a16:creationId xmlns:a16="http://schemas.microsoft.com/office/drawing/2014/main" id="{42587808-5FD6-2918-C996-35AF037D77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BF63D5-E709-647D-B819-BFB7E9EFE78C}"/>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14691962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9E9ED-0BC0-7550-77F3-77939C2AC0E0}"/>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3" name="Footer Placeholder 2">
            <a:extLst>
              <a:ext uri="{FF2B5EF4-FFF2-40B4-BE49-F238E27FC236}">
                <a16:creationId xmlns:a16="http://schemas.microsoft.com/office/drawing/2014/main" id="{AC7ED737-510C-0BFD-99B1-E53FF27096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AA7269-C1DB-7EBB-11CB-4BE1C035457E}"/>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1468633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82B0-C5DB-93ED-BD5B-57996E35EC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148D74-72D4-FBD3-7695-003F212281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7C6B0D-CED2-B023-3860-B5CA4E6B4B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497A94-7B26-5124-C1A4-E27C04DA5058}"/>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6" name="Footer Placeholder 5">
            <a:extLst>
              <a:ext uri="{FF2B5EF4-FFF2-40B4-BE49-F238E27FC236}">
                <a16:creationId xmlns:a16="http://schemas.microsoft.com/office/drawing/2014/main" id="{9762A537-5E76-23F4-C988-E8C7D13AC2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B5FEE2-745E-F7A6-1759-CCD63834CE3B}"/>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9852315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1BBBB-5716-F225-7444-60EEDFCFCF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B409DF-4F48-6973-7A26-627298EB6D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1CD1F-BFAA-75B7-B8DE-FDAD69F389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95E751-F3B3-1EFC-6192-30683F4B71F1}"/>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6" name="Footer Placeholder 5">
            <a:extLst>
              <a:ext uri="{FF2B5EF4-FFF2-40B4-BE49-F238E27FC236}">
                <a16:creationId xmlns:a16="http://schemas.microsoft.com/office/drawing/2014/main" id="{86F4C6AA-4C3C-AAA3-0804-064AD45835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7C2174-9436-FA9A-F52F-C58BBA96A1F0}"/>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41455817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0BA18-14CB-1F3A-678E-1F6ED09C46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903C19-82A3-123F-1F4B-C89A7974F2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DFACC8-7A3D-1FF6-895A-54BC71CC64A7}"/>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5" name="Footer Placeholder 4">
            <a:extLst>
              <a:ext uri="{FF2B5EF4-FFF2-40B4-BE49-F238E27FC236}">
                <a16:creationId xmlns:a16="http://schemas.microsoft.com/office/drawing/2014/main" id="{98BC2DEB-0E3C-9DA3-82C8-59C9BEDD41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1AF01A-5DCB-CF44-833E-6F3736BF683E}"/>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3762278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C356EF-F2AC-DBF3-B062-D61E591FB2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BD4AC8-4F81-D357-7CEE-98995459AB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6BF8E-DD4E-6EA6-2AF3-A467061987E7}"/>
              </a:ext>
            </a:extLst>
          </p:cNvPr>
          <p:cNvSpPr>
            <a:spLocks noGrp="1"/>
          </p:cNvSpPr>
          <p:nvPr>
            <p:ph type="dt" sz="half" idx="10"/>
          </p:nvPr>
        </p:nvSpPr>
        <p:spPr/>
        <p:txBody>
          <a:bodyPr/>
          <a:lstStyle/>
          <a:p>
            <a:fld id="{1902B5D9-4FE5-4B46-9656-E11353272EBD}" type="datetimeFigureOut">
              <a:rPr lang="en-US" smtClean="0"/>
              <a:t>12/2/2025</a:t>
            </a:fld>
            <a:endParaRPr lang="en-US"/>
          </a:p>
        </p:txBody>
      </p:sp>
      <p:sp>
        <p:nvSpPr>
          <p:cNvPr id="5" name="Footer Placeholder 4">
            <a:extLst>
              <a:ext uri="{FF2B5EF4-FFF2-40B4-BE49-F238E27FC236}">
                <a16:creationId xmlns:a16="http://schemas.microsoft.com/office/drawing/2014/main" id="{9749F7CE-4128-8148-287E-F2D5F3DFA3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4416D1-CC69-1602-20B9-44064F83FE07}"/>
              </a:ext>
            </a:extLst>
          </p:cNvPr>
          <p:cNvSpPr>
            <a:spLocks noGrp="1"/>
          </p:cNvSpPr>
          <p:nvPr>
            <p:ph type="sldNum" sz="quarter" idx="12"/>
          </p:nvPr>
        </p:nvSpPr>
        <p:spPr/>
        <p:txBody>
          <a:bodyPr/>
          <a:lstStyle/>
          <a:p>
            <a:fld id="{90C5414D-5855-7645-B0BF-73FDB88D531A}" type="slidenum">
              <a:rPr lang="en-US" smtClean="0"/>
              <a:t>‹#›</a:t>
            </a:fld>
            <a:endParaRPr lang="en-US"/>
          </a:p>
        </p:txBody>
      </p:sp>
    </p:spTree>
    <p:extLst>
      <p:ext uri="{BB962C8B-B14F-4D97-AF65-F5344CB8AC3E}">
        <p14:creationId xmlns:p14="http://schemas.microsoft.com/office/powerpoint/2010/main" val="238594586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7D3C38-32C5-9BC1-6C49-9169AF9757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B00AAA-333E-DA3A-6C12-933993DEAC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DEA89C-96B6-3A80-637C-7FF667F0B9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02B5D9-4FE5-4B46-9656-E11353272EBD}" type="datetimeFigureOut">
              <a:rPr lang="en-US" smtClean="0"/>
              <a:t>12/2/2025</a:t>
            </a:fld>
            <a:endParaRPr lang="en-US"/>
          </a:p>
        </p:txBody>
      </p:sp>
      <p:sp>
        <p:nvSpPr>
          <p:cNvPr id="5" name="Footer Placeholder 4">
            <a:extLst>
              <a:ext uri="{FF2B5EF4-FFF2-40B4-BE49-F238E27FC236}">
                <a16:creationId xmlns:a16="http://schemas.microsoft.com/office/drawing/2014/main" id="{D52573EA-7A1A-0479-55A8-B489912D1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3E5B69-3D01-1F97-4E7A-E62D96AFD7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C5414D-5855-7645-B0BF-73FDB88D531A}" type="slidenum">
              <a:rPr lang="en-US" smtClean="0"/>
              <a:t>‹#›</a:t>
            </a:fld>
            <a:endParaRPr lang="en-US"/>
          </a:p>
        </p:txBody>
      </p:sp>
    </p:spTree>
    <p:extLst>
      <p:ext uri="{BB962C8B-B14F-4D97-AF65-F5344CB8AC3E}">
        <p14:creationId xmlns:p14="http://schemas.microsoft.com/office/powerpoint/2010/main" val="1827187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3" r:id="rId4"/>
    <p:sldLayoutId id="2147483664" r:id="rId5"/>
    <p:sldLayoutId id="2147483665" r:id="rId6"/>
    <p:sldLayoutId id="2147483667" r:id="rId7"/>
    <p:sldLayoutId id="2147483666"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60" r:id="rId31"/>
    <p:sldLayoutId id="2147483661" r:id="rId32"/>
    <p:sldLayoutId id="2147483651" r:id="rId33"/>
    <p:sldLayoutId id="2147483662" r:id="rId34"/>
    <p:sldLayoutId id="2147483653" r:id="rId35"/>
    <p:sldLayoutId id="2147483654" r:id="rId36"/>
    <p:sldLayoutId id="2147483655" r:id="rId37"/>
    <p:sldLayoutId id="2147483656" r:id="rId38"/>
    <p:sldLayoutId id="2147483657" r:id="rId39"/>
    <p:sldLayoutId id="2147483658" r:id="rId40"/>
    <p:sldLayoutId id="2147483659" r:id="rId4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64A6DBE-7B6A-644B-C539-AAF0599CC754}"/>
              </a:ext>
            </a:extLst>
          </p:cNvPr>
          <p:cNvSpPr>
            <a:spLocks noGrp="1"/>
          </p:cNvSpPr>
          <p:nvPr>
            <p:ph type="title"/>
          </p:nvPr>
        </p:nvSpPr>
        <p:spPr/>
        <p:txBody>
          <a:bodyPr/>
          <a:lstStyle/>
          <a:p>
            <a:r>
              <a:rPr lang="en-US" dirty="0"/>
              <a:t>The Dynamics Community</a:t>
            </a:r>
          </a:p>
        </p:txBody>
      </p:sp>
      <p:sp>
        <p:nvSpPr>
          <p:cNvPr id="7" name="Text Placeholder 6">
            <a:extLst>
              <a:ext uri="{FF2B5EF4-FFF2-40B4-BE49-F238E27FC236}">
                <a16:creationId xmlns:a16="http://schemas.microsoft.com/office/drawing/2014/main" id="{602499B3-74B9-057A-5580-BC3C1B052EFF}"/>
              </a:ext>
            </a:extLst>
          </p:cNvPr>
          <p:cNvSpPr>
            <a:spLocks noGrp="1"/>
          </p:cNvSpPr>
          <p:nvPr>
            <p:ph type="body" idx="1"/>
          </p:nvPr>
        </p:nvSpPr>
        <p:spPr>
          <a:xfrm>
            <a:off x="838200" y="3962844"/>
            <a:ext cx="10515600" cy="1500187"/>
          </a:xfrm>
        </p:spPr>
        <p:txBody>
          <a:bodyPr/>
          <a:lstStyle/>
          <a:p>
            <a:endParaRPr lang="en-US" dirty="0"/>
          </a:p>
        </p:txBody>
      </p:sp>
    </p:spTree>
    <p:extLst>
      <p:ext uri="{BB962C8B-B14F-4D97-AF65-F5344CB8AC3E}">
        <p14:creationId xmlns:p14="http://schemas.microsoft.com/office/powerpoint/2010/main" val="366292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9585726A-C497-D4E2-1374-741C9BA32FB7}"/>
              </a:ext>
            </a:extLst>
          </p:cNvPr>
          <p:cNvSpPr/>
          <p:nvPr/>
        </p:nvSpPr>
        <p:spPr bwMode="auto">
          <a:xfrm>
            <a:off x="8254365" y="1568336"/>
            <a:ext cx="1924050" cy="1997422"/>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6" name="Oval 5">
            <a:extLst>
              <a:ext uri="{FF2B5EF4-FFF2-40B4-BE49-F238E27FC236}">
                <a16:creationId xmlns:a16="http://schemas.microsoft.com/office/drawing/2014/main" id="{585A222F-2BF7-8FFE-1675-7FB8D1574450}"/>
              </a:ext>
            </a:extLst>
          </p:cNvPr>
          <p:cNvSpPr/>
          <p:nvPr/>
        </p:nvSpPr>
        <p:spPr bwMode="auto">
          <a:xfrm>
            <a:off x="2274588" y="1568336"/>
            <a:ext cx="1924050" cy="1997422"/>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Calibri" panose="020F0502020204030204"/>
              <a:ea typeface="Segoe UI" pitchFamily="34" charset="0"/>
              <a:cs typeface="Segoe UI" pitchFamily="34" charset="0"/>
            </a:endParaRPr>
          </a:p>
        </p:txBody>
      </p:sp>
      <p:sp>
        <p:nvSpPr>
          <p:cNvPr id="2" name="Title 1">
            <a:extLst>
              <a:ext uri="{FF2B5EF4-FFF2-40B4-BE49-F238E27FC236}">
                <a16:creationId xmlns:a16="http://schemas.microsoft.com/office/drawing/2014/main" id="{48524CF5-6477-E304-BE65-711BA72AA746}"/>
              </a:ext>
            </a:extLst>
          </p:cNvPr>
          <p:cNvSpPr>
            <a:spLocks noGrp="1"/>
          </p:cNvSpPr>
          <p:nvPr>
            <p:ph type="title"/>
          </p:nvPr>
        </p:nvSpPr>
        <p:spPr/>
        <p:txBody>
          <a:bodyPr/>
          <a:lstStyle/>
          <a:p>
            <a:r>
              <a:rPr lang="en-US" dirty="0"/>
              <a:t>Your Speakers</a:t>
            </a:r>
          </a:p>
        </p:txBody>
      </p:sp>
      <p:grpSp>
        <p:nvGrpSpPr>
          <p:cNvPr id="4" name="Group 25">
            <a:extLst>
              <a:ext uri="{FF2B5EF4-FFF2-40B4-BE49-F238E27FC236}">
                <a16:creationId xmlns:a16="http://schemas.microsoft.com/office/drawing/2014/main" id="{3205FA26-9B9B-5D30-C118-C61995D22421}"/>
              </a:ext>
            </a:extLst>
          </p:cNvPr>
          <p:cNvGrpSpPr>
            <a:grpSpLocks noChangeAspect="1"/>
          </p:cNvGrpSpPr>
          <p:nvPr/>
        </p:nvGrpSpPr>
        <p:grpSpPr>
          <a:xfrm>
            <a:off x="2335918" y="1614547"/>
            <a:ext cx="1860434" cy="1860427"/>
            <a:chOff x="0" y="0"/>
            <a:chExt cx="6350000" cy="6349974"/>
          </a:xfrm>
        </p:grpSpPr>
        <p:sp>
          <p:nvSpPr>
            <p:cNvPr id="5" name="Freeform 26">
              <a:extLst>
                <a:ext uri="{FF2B5EF4-FFF2-40B4-BE49-F238E27FC236}">
                  <a16:creationId xmlns:a16="http://schemas.microsoft.com/office/drawing/2014/main" id="{10E40F98-44E9-DA82-8A24-ADB517580689}"/>
                </a:ext>
              </a:extLst>
            </p:cNvPr>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t="-8943" b="-8943"/>
              </a:stretch>
            </a:blipFill>
          </p:spPr>
          <p:txBody>
            <a:bodyPr/>
            <a:lst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ext Placeholder 3">
            <a:extLst>
              <a:ext uri="{FF2B5EF4-FFF2-40B4-BE49-F238E27FC236}">
                <a16:creationId xmlns:a16="http://schemas.microsoft.com/office/drawing/2014/main" id="{724531F3-E1FE-680A-B08E-7C8471DD2D68}"/>
              </a:ext>
            </a:extLst>
          </p:cNvPr>
          <p:cNvSpPr txBox="1">
            <a:spLocks/>
          </p:cNvSpPr>
          <p:nvPr/>
        </p:nvSpPr>
        <p:spPr>
          <a:xfrm>
            <a:off x="748676" y="3634256"/>
            <a:ext cx="5034918" cy="1208525"/>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36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90000"/>
              </a:lnSpc>
              <a:spcBef>
                <a:spcPts val="0"/>
              </a:spcBef>
              <a:spcAft>
                <a:spcPts val="0"/>
              </a:spcAft>
              <a:buClrTx/>
              <a:buSzPct val="90000"/>
              <a:buFont typeface="Arial" pitchFamily="34" charset="0"/>
              <a:buNone/>
              <a:tabLst/>
              <a:defRPr/>
            </a:pPr>
            <a:r>
              <a:rPr kumimoji="0" lang="en-US" sz="3200" b="1" i="0" u="none" strike="noStrike" kern="1200" cap="none" spc="0" normalizeH="0" baseline="0" noProof="0" dirty="0">
                <a:ln>
                  <a:noFill/>
                </a:ln>
                <a:solidFill>
                  <a:prstClr val="black"/>
                </a:solidFill>
                <a:effectLst/>
                <a:uLnTx/>
                <a:uFillTx/>
                <a:latin typeface="Calibri Light" panose="020F0302020204030204"/>
                <a:ea typeface="+mn-ea"/>
                <a:cs typeface="Segoe UI" panose="020B0502040204020203" pitchFamily="34" charset="0"/>
              </a:rPr>
              <a:t>Marcel Chabot</a:t>
            </a:r>
          </a:p>
          <a:p>
            <a:pPr marL="0" marR="0" lvl="0" indent="0" algn="ctr" defTabSz="932742" rtl="0" eaLnBrk="1" fontAlgn="auto" latinLnBrk="0" hangingPunct="1">
              <a:lnSpc>
                <a:spcPct val="90000"/>
              </a:lnSpc>
              <a:spcBef>
                <a:spcPct val="2000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Calibri" panose="020F0502020204030204"/>
                <a:ea typeface="+mn-ea"/>
                <a:cs typeface="Segoe UI" panose="020B0502040204020203" pitchFamily="34" charset="0"/>
              </a:rPr>
              <a:t>Software Development Practice Manager</a:t>
            </a:r>
          </a:p>
          <a:p>
            <a:pPr marL="0" marR="0" lvl="0" indent="0" algn="ctr" defTabSz="932742" rtl="0" eaLnBrk="1" fontAlgn="auto" latinLnBrk="0" hangingPunct="1">
              <a:lnSpc>
                <a:spcPct val="90000"/>
              </a:lnSpc>
              <a:spcBef>
                <a:spcPct val="2000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Calibri" panose="020F0502020204030204"/>
                <a:ea typeface="+mn-ea"/>
                <a:cs typeface="Segoe UI" panose="020B0502040204020203" pitchFamily="34" charset="0"/>
              </a:rPr>
              <a:t>A life-long software developer and “maker”, Marcel brings experience and a unique approach to complex problems and solutions in D365</a:t>
            </a:r>
          </a:p>
        </p:txBody>
      </p:sp>
      <p:pic>
        <p:nvPicPr>
          <p:cNvPr id="9" name="Picture 8" descr="A blue and white rectangular sign with white text&#10;&#10;AI-generated content may be incorrect.">
            <a:extLst>
              <a:ext uri="{FF2B5EF4-FFF2-40B4-BE49-F238E27FC236}">
                <a16:creationId xmlns:a16="http://schemas.microsoft.com/office/drawing/2014/main" id="{9C912EC4-CE0E-7B9D-D960-BBBA70A10EB0}"/>
              </a:ext>
            </a:extLst>
          </p:cNvPr>
          <p:cNvPicPr>
            <a:picLocks noChangeAspect="1"/>
          </p:cNvPicPr>
          <p:nvPr/>
        </p:nvPicPr>
        <p:blipFill>
          <a:blip r:embed="rId4"/>
          <a:stretch>
            <a:fillRect/>
          </a:stretch>
        </p:blipFill>
        <p:spPr>
          <a:xfrm>
            <a:off x="4641340" y="3223744"/>
            <a:ext cx="591681" cy="935682"/>
          </a:xfrm>
          <a:prstGeom prst="rect">
            <a:avLst/>
          </a:prstGeom>
        </p:spPr>
      </p:pic>
      <p:pic>
        <p:nvPicPr>
          <p:cNvPr id="1026" name="Picture 2" descr="Pierre Calder">
            <a:extLst>
              <a:ext uri="{FF2B5EF4-FFF2-40B4-BE49-F238E27FC236}">
                <a16:creationId xmlns:a16="http://schemas.microsoft.com/office/drawing/2014/main" id="{B2A77980-46DD-9887-DB0D-F3C31208407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9500" l="6000" r="99000">
                        <a14:foregroundMark x1="28500" y1="89500" x2="28500" y2="89500"/>
                        <a14:foregroundMark x1="38000" y1="76000" x2="39000" y2="90500"/>
                        <a14:foregroundMark x1="37500" y1="74000" x2="37500" y2="74000"/>
                        <a14:foregroundMark x1="35500" y1="78000" x2="10000" y2="88500"/>
                        <a14:foregroundMark x1="10000" y1="88500" x2="6000" y2="99500"/>
                        <a14:foregroundMark x1="70000" y1="82500" x2="70000" y2="82500"/>
                        <a14:foregroundMark x1="75000" y1="82500" x2="75000" y2="82500"/>
                        <a14:foregroundMark x1="79500" y1="85000" x2="80000" y2="85000"/>
                        <a14:foregroundMark x1="82000" y1="86000" x2="82500" y2="86500"/>
                        <a14:foregroundMark x1="84500" y1="87000" x2="85500" y2="87500"/>
                        <a14:foregroundMark x1="87000" y1="88000" x2="88000" y2="89000"/>
                        <a14:foregroundMark x1="88500" y1="89000" x2="88500" y2="89500"/>
                        <a14:foregroundMark x1="91000" y1="89500" x2="91000" y2="89500"/>
                        <a14:foregroundMark x1="92000" y1="90500" x2="92000" y2="90500"/>
                        <a14:foregroundMark x1="99000" y1="91500" x2="99000" y2="91500"/>
                      </a14:backgroundRemoval>
                    </a14:imgEffect>
                  </a14:imgLayer>
                </a14:imgProps>
              </a:ext>
              <a:ext uri="{28A0092B-C50C-407E-A947-70E740481C1C}">
                <a14:useLocalDpi xmlns:a14="http://schemas.microsoft.com/office/drawing/2010/main" val="0"/>
              </a:ext>
            </a:extLst>
          </a:blip>
          <a:srcRect/>
          <a:stretch>
            <a:fillRect/>
          </a:stretch>
        </p:blipFill>
        <p:spPr bwMode="auto">
          <a:xfrm>
            <a:off x="8254365" y="1602584"/>
            <a:ext cx="1928925" cy="1928925"/>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5" name="Text Placeholder 3">
            <a:extLst>
              <a:ext uri="{FF2B5EF4-FFF2-40B4-BE49-F238E27FC236}">
                <a16:creationId xmlns:a16="http://schemas.microsoft.com/office/drawing/2014/main" id="{B8B18704-16A9-CDE5-8234-AB9948F71B26}"/>
              </a:ext>
            </a:extLst>
          </p:cNvPr>
          <p:cNvSpPr txBox="1">
            <a:spLocks/>
          </p:cNvSpPr>
          <p:nvPr/>
        </p:nvSpPr>
        <p:spPr>
          <a:xfrm>
            <a:off x="6408406" y="3634255"/>
            <a:ext cx="5034918" cy="1208525"/>
          </a:xfrm>
          <a:prstGeom prst="rect">
            <a:avLst/>
          </a:prstGeom>
        </p:spPr>
        <p:txBody>
          <a:bodyPr lIns="91440" tIns="45720" rIns="91440" bIns="45720" anchor="t"/>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36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90000"/>
              </a:lnSpc>
              <a:spcBef>
                <a:spcPts val="0"/>
              </a:spcBef>
              <a:spcAft>
                <a:spcPts val="0"/>
              </a:spcAft>
              <a:buClrTx/>
              <a:buSzPct val="90000"/>
              <a:buFont typeface="Arial" pitchFamily="34" charset="0"/>
              <a:buNone/>
              <a:tabLst/>
              <a:defRPr/>
            </a:pPr>
            <a:r>
              <a:rPr kumimoji="0" lang="en-US" sz="3200" b="1" i="0" u="none" strike="noStrike" kern="1200" cap="none" spc="0" normalizeH="0" baseline="0" noProof="0" dirty="0">
                <a:ln>
                  <a:noFill/>
                </a:ln>
                <a:solidFill>
                  <a:prstClr val="black"/>
                </a:solidFill>
                <a:effectLst/>
                <a:uLnTx/>
                <a:uFillTx/>
                <a:latin typeface="Calibri Light" panose="020F0302020204030204"/>
                <a:ea typeface="+mn-ea"/>
                <a:cs typeface="Segoe UI" panose="020B0502040204020203" pitchFamily="34" charset="0"/>
              </a:rPr>
              <a:t>Pierre Calder</a:t>
            </a:r>
          </a:p>
          <a:p>
            <a:pPr marL="0" marR="0" lvl="0" indent="0" algn="ctr" defTabSz="932742" rtl="0" eaLnBrk="1" fontAlgn="auto" latinLnBrk="0" hangingPunct="1">
              <a:lnSpc>
                <a:spcPct val="90000"/>
              </a:lnSpc>
              <a:spcBef>
                <a:spcPct val="2000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1250">
                      <a:srgbClr val="000000"/>
                    </a:gs>
                    <a:gs pos="100000">
                      <a:srgbClr val="000000"/>
                    </a:gs>
                  </a:gsLst>
                  <a:lin ang="5400000" scaled="0"/>
                </a:gradFill>
                <a:effectLst/>
                <a:uLnTx/>
                <a:uFillTx/>
                <a:latin typeface="Calibri" panose="020F0502020204030204"/>
                <a:ea typeface="+mn-ea"/>
                <a:cs typeface="Segoe UI"/>
              </a:rPr>
              <a:t>President &amp; Dynamics 365 Expert at </a:t>
            </a:r>
            <a:r>
              <a:rPr lang="en-US" sz="2400" dirty="0">
                <a:gradFill>
                  <a:gsLst>
                    <a:gs pos="1250">
                      <a:srgbClr val="000000"/>
                    </a:gs>
                    <a:gs pos="100000">
                      <a:srgbClr val="000000"/>
                    </a:gs>
                  </a:gsLst>
                  <a:lin ang="5400000" scaled="0"/>
                </a:gradFill>
                <a:latin typeface="Calibri" panose="020F0502020204030204"/>
                <a:cs typeface="Segoe UI"/>
              </a:rPr>
              <a:t>Pro</a:t>
            </a:r>
            <a:r>
              <a:rPr kumimoji="0" lang="en-US" sz="2400" b="0" i="0" u="none" strike="noStrike" kern="1200" cap="none" spc="0" normalizeH="0" baseline="0" noProof="0" dirty="0">
                <a:ln>
                  <a:noFill/>
                </a:ln>
                <a:gradFill>
                  <a:gsLst>
                    <a:gs pos="1250">
                      <a:srgbClr val="000000"/>
                    </a:gs>
                    <a:gs pos="100000">
                      <a:srgbClr val="000000"/>
                    </a:gs>
                  </a:gsLst>
                  <a:lin ang="5400000" scaled="0"/>
                </a:gradFill>
                <a:effectLst/>
                <a:uLnTx/>
                <a:uFillTx/>
                <a:latin typeface="Calibri" panose="020F0502020204030204"/>
                <a:ea typeface="+mn-ea"/>
                <a:cs typeface="Segoe UI"/>
              </a:rPr>
              <a:t> Services 365</a:t>
            </a:r>
            <a:endParaRPr lang="en-US" sz="2400" b="0" i="0" u="none" strike="noStrike" kern="1200" cap="none" spc="0" normalizeH="0" baseline="0" noProof="0" dirty="0">
              <a:ln>
                <a:noFill/>
              </a:ln>
              <a:gradFill>
                <a:gsLst>
                  <a:gs pos="1250">
                    <a:srgbClr val="000000"/>
                  </a:gs>
                  <a:gs pos="100000">
                    <a:srgbClr val="000000"/>
                  </a:gs>
                </a:gsLst>
                <a:lin ang="5400000" scaled="0"/>
              </a:gradFill>
              <a:effectLst/>
              <a:uLnTx/>
              <a:uFillTx/>
              <a:latin typeface="Calibri" panose="020F0502020204030204"/>
              <a:ea typeface="Calibri"/>
              <a:cs typeface="Segoe UI"/>
            </a:endParaRPr>
          </a:p>
          <a:p>
            <a:pPr marL="0" marR="0" lvl="0" indent="0" algn="ctr" defTabSz="932742" rtl="0" eaLnBrk="1" fontAlgn="auto" latinLnBrk="0" hangingPunct="1">
              <a:lnSpc>
                <a:spcPct val="90000"/>
              </a:lnSpc>
              <a:spcBef>
                <a:spcPct val="20000"/>
              </a:spcBef>
              <a:spcAft>
                <a:spcPts val="0"/>
              </a:spcAft>
              <a:buClrTx/>
              <a:buSzPct val="90000"/>
              <a:buFont typeface="Arial" pitchFamily="34" charset="0"/>
              <a:buNone/>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Calibri" panose="020F0502020204030204"/>
                <a:ea typeface="+mn-ea"/>
                <a:cs typeface="Segoe UI" panose="020B0502040204020203" pitchFamily="34" charset="0"/>
              </a:rPr>
              <a:t>Bringing extensive expertise in the implementation and optimization of enterprise solutions across the Microsoft ecosystem. </a:t>
            </a:r>
          </a:p>
        </p:txBody>
      </p:sp>
    </p:spTree>
    <p:extLst>
      <p:ext uri="{BB962C8B-B14F-4D97-AF65-F5344CB8AC3E}">
        <p14:creationId xmlns:p14="http://schemas.microsoft.com/office/powerpoint/2010/main" val="3336015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24CF5-6477-E304-BE65-711BA72AA746}"/>
              </a:ext>
            </a:extLst>
          </p:cNvPr>
          <p:cNvSpPr>
            <a:spLocks noGrp="1"/>
          </p:cNvSpPr>
          <p:nvPr>
            <p:ph type="title"/>
          </p:nvPr>
        </p:nvSpPr>
        <p:spPr>
          <a:xfrm>
            <a:off x="838200" y="2842418"/>
            <a:ext cx="10515600" cy="1325563"/>
          </a:xfrm>
        </p:spPr>
        <p:txBody>
          <a:bodyPr/>
          <a:lstStyle/>
          <a:p>
            <a:r>
              <a:rPr lang="en-US" dirty="0"/>
              <a:t>Thanks to our local DUG.</a:t>
            </a:r>
          </a:p>
        </p:txBody>
      </p:sp>
    </p:spTree>
    <p:extLst>
      <p:ext uri="{BB962C8B-B14F-4D97-AF65-F5344CB8AC3E}">
        <p14:creationId xmlns:p14="http://schemas.microsoft.com/office/powerpoint/2010/main" val="2084435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E209A-FFE1-F8B7-63A5-8C60E15871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A4601-2C31-9FF7-FDCD-A167D03FC8D2}"/>
              </a:ext>
            </a:extLst>
          </p:cNvPr>
          <p:cNvSpPr>
            <a:spLocks noGrp="1"/>
          </p:cNvSpPr>
          <p:nvPr>
            <p:ph type="title"/>
          </p:nvPr>
        </p:nvSpPr>
        <p:spPr/>
        <p:txBody>
          <a:bodyPr/>
          <a:lstStyle/>
          <a:p>
            <a:r>
              <a:rPr lang="en-US" dirty="0"/>
              <a:t>What Brings Us Together?</a:t>
            </a:r>
          </a:p>
        </p:txBody>
      </p:sp>
      <p:sp>
        <p:nvSpPr>
          <p:cNvPr id="3" name="Content Placeholder 2">
            <a:extLst>
              <a:ext uri="{FF2B5EF4-FFF2-40B4-BE49-F238E27FC236}">
                <a16:creationId xmlns:a16="http://schemas.microsoft.com/office/drawing/2014/main" id="{2CA520FC-4DAF-ED5F-6F01-C5077981A3DE}"/>
              </a:ext>
            </a:extLst>
          </p:cNvPr>
          <p:cNvSpPr>
            <a:spLocks noGrp="1"/>
          </p:cNvSpPr>
          <p:nvPr>
            <p:ph idx="1"/>
          </p:nvPr>
        </p:nvSpPr>
        <p:spPr/>
        <p:txBody>
          <a:bodyPr/>
          <a:lstStyle/>
          <a:p>
            <a:r>
              <a:rPr lang="en-US" dirty="0"/>
              <a:t>Free food?</a:t>
            </a:r>
          </a:p>
          <a:p>
            <a:endParaRPr lang="en-US" dirty="0"/>
          </a:p>
          <a:p>
            <a:r>
              <a:rPr lang="en-US" dirty="0"/>
              <a:t>Products that help us run our business?</a:t>
            </a:r>
          </a:p>
          <a:p>
            <a:endParaRPr lang="en-US" dirty="0"/>
          </a:p>
          <a:p>
            <a:r>
              <a:rPr lang="en-US" dirty="0"/>
              <a:t>Amazing Community of People?</a:t>
            </a:r>
          </a:p>
        </p:txBody>
      </p:sp>
    </p:spTree>
    <p:extLst>
      <p:ext uri="{BB962C8B-B14F-4D97-AF65-F5344CB8AC3E}">
        <p14:creationId xmlns:p14="http://schemas.microsoft.com/office/powerpoint/2010/main" val="1570389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F33AD-B8D2-2A8C-D36E-D8A471F6C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5129D-2A4A-5E0D-47A9-02F0E599C1A7}"/>
              </a:ext>
            </a:extLst>
          </p:cNvPr>
          <p:cNvSpPr>
            <a:spLocks noGrp="1"/>
          </p:cNvSpPr>
          <p:nvPr>
            <p:ph type="title"/>
          </p:nvPr>
        </p:nvSpPr>
        <p:spPr/>
        <p:txBody>
          <a:bodyPr/>
          <a:lstStyle/>
          <a:p>
            <a:r>
              <a:rPr lang="en-US" dirty="0"/>
              <a:t>An Ecosystem for Everyone</a:t>
            </a:r>
          </a:p>
        </p:txBody>
      </p:sp>
      <p:pic>
        <p:nvPicPr>
          <p:cNvPr id="7" name="Picture 6">
            <a:extLst>
              <a:ext uri="{FF2B5EF4-FFF2-40B4-BE49-F238E27FC236}">
                <a16:creationId xmlns:a16="http://schemas.microsoft.com/office/drawing/2014/main" id="{DEC178E4-BEE6-8254-CBC5-6E45A279D842}"/>
              </a:ext>
            </a:extLst>
          </p:cNvPr>
          <p:cNvPicPr>
            <a:picLocks noChangeAspect="1"/>
          </p:cNvPicPr>
          <p:nvPr/>
        </p:nvPicPr>
        <p:blipFill>
          <a:blip r:embed="rId3"/>
          <a:stretch>
            <a:fillRect/>
          </a:stretch>
        </p:blipFill>
        <p:spPr>
          <a:xfrm>
            <a:off x="1577340" y="1581686"/>
            <a:ext cx="8473440" cy="4766310"/>
          </a:xfrm>
          <a:prstGeom prst="rect">
            <a:avLst/>
          </a:prstGeom>
        </p:spPr>
      </p:pic>
    </p:spTree>
    <p:extLst>
      <p:ext uri="{BB962C8B-B14F-4D97-AF65-F5344CB8AC3E}">
        <p14:creationId xmlns:p14="http://schemas.microsoft.com/office/powerpoint/2010/main" val="1815178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B963C-7890-6CE5-5840-FAFC30BF2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C415E-5782-F7DF-BC1A-1DF3C512EBC8}"/>
              </a:ext>
            </a:extLst>
          </p:cNvPr>
          <p:cNvSpPr>
            <a:spLocks noGrp="1"/>
          </p:cNvSpPr>
          <p:nvPr>
            <p:ph type="title"/>
          </p:nvPr>
        </p:nvSpPr>
        <p:spPr/>
        <p:txBody>
          <a:bodyPr/>
          <a:lstStyle/>
          <a:p>
            <a:r>
              <a:rPr lang="en-US" dirty="0"/>
              <a:t>An Ecosystem for Everyone</a:t>
            </a:r>
          </a:p>
        </p:txBody>
      </p:sp>
      <p:sp>
        <p:nvSpPr>
          <p:cNvPr id="6" name="Content Placeholder 5">
            <a:extLst>
              <a:ext uri="{FF2B5EF4-FFF2-40B4-BE49-F238E27FC236}">
                <a16:creationId xmlns:a16="http://schemas.microsoft.com/office/drawing/2014/main" id="{572C8662-0BDE-5823-A8E2-1453275C1469}"/>
              </a:ext>
            </a:extLst>
          </p:cNvPr>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235E361E-5647-2C77-3BB2-5442463C0552}"/>
              </a:ext>
            </a:extLst>
          </p:cNvPr>
          <p:cNvPicPr>
            <a:picLocks noChangeAspect="1"/>
          </p:cNvPicPr>
          <p:nvPr/>
        </p:nvPicPr>
        <p:blipFill>
          <a:blip r:embed="rId3"/>
          <a:stretch>
            <a:fillRect/>
          </a:stretch>
        </p:blipFill>
        <p:spPr>
          <a:xfrm>
            <a:off x="2146300" y="1667272"/>
            <a:ext cx="8020050" cy="4511278"/>
          </a:xfrm>
          <a:prstGeom prst="rect">
            <a:avLst/>
          </a:prstGeom>
        </p:spPr>
      </p:pic>
    </p:spTree>
    <p:extLst>
      <p:ext uri="{BB962C8B-B14F-4D97-AF65-F5344CB8AC3E}">
        <p14:creationId xmlns:p14="http://schemas.microsoft.com/office/powerpoint/2010/main" val="569103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74BD9-CADE-945D-7F62-2BDE4FB593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4332A-C868-2955-E135-89594B8D00A9}"/>
              </a:ext>
            </a:extLst>
          </p:cNvPr>
          <p:cNvSpPr>
            <a:spLocks noGrp="1"/>
          </p:cNvSpPr>
          <p:nvPr>
            <p:ph type="title"/>
          </p:nvPr>
        </p:nvSpPr>
        <p:spPr/>
        <p:txBody>
          <a:bodyPr/>
          <a:lstStyle/>
          <a:p>
            <a:r>
              <a:rPr lang="en-US" dirty="0"/>
              <a:t>An Ecosystem for Everyone</a:t>
            </a:r>
          </a:p>
        </p:txBody>
      </p:sp>
      <p:pic>
        <p:nvPicPr>
          <p:cNvPr id="5" name="Content Placeholder 4" descr="A screenshot of a computer&#10;&#10;AI-generated content may be incorrect.">
            <a:extLst>
              <a:ext uri="{FF2B5EF4-FFF2-40B4-BE49-F238E27FC236}">
                <a16:creationId xmlns:a16="http://schemas.microsoft.com/office/drawing/2014/main" id="{779FE0C6-B37C-D482-6485-CB966EF0B814}"/>
              </a:ext>
            </a:extLst>
          </p:cNvPr>
          <p:cNvPicPr>
            <a:picLocks noGrp="1" noChangeAspect="1"/>
          </p:cNvPicPr>
          <p:nvPr>
            <p:ph idx="1"/>
          </p:nvPr>
        </p:nvPicPr>
        <p:blipFill>
          <a:blip r:embed="rId3"/>
          <a:stretch>
            <a:fillRect/>
          </a:stretch>
        </p:blipFill>
        <p:spPr>
          <a:xfrm>
            <a:off x="2662747" y="1939925"/>
            <a:ext cx="6866506" cy="4351338"/>
          </a:xfrm>
        </p:spPr>
      </p:pic>
    </p:spTree>
    <p:extLst>
      <p:ext uri="{BB962C8B-B14F-4D97-AF65-F5344CB8AC3E}">
        <p14:creationId xmlns:p14="http://schemas.microsoft.com/office/powerpoint/2010/main" val="3529966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13D0-BAC3-CC72-62D3-B09FA4844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28238-83FA-4C40-FB7E-A2392E87E96C}"/>
              </a:ext>
            </a:extLst>
          </p:cNvPr>
          <p:cNvSpPr>
            <a:spLocks noGrp="1"/>
          </p:cNvSpPr>
          <p:nvPr>
            <p:ph type="title"/>
          </p:nvPr>
        </p:nvSpPr>
        <p:spPr/>
        <p:txBody>
          <a:bodyPr/>
          <a:lstStyle/>
          <a:p>
            <a:r>
              <a:rPr lang="en-US" dirty="0"/>
              <a:t>An Ecosystem for Everyone</a:t>
            </a:r>
          </a:p>
        </p:txBody>
      </p:sp>
      <p:pic>
        <p:nvPicPr>
          <p:cNvPr id="5" name="Content Placeholder 4">
            <a:extLst>
              <a:ext uri="{FF2B5EF4-FFF2-40B4-BE49-F238E27FC236}">
                <a16:creationId xmlns:a16="http://schemas.microsoft.com/office/drawing/2014/main" id="{27F277C2-3CE9-AD68-E4BE-2AC593BD4E87}"/>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backgroundRemoval t="10000" b="90000" l="10000" r="90000">
                        <a14:foregroundMark x1="38167" y1="53037" x2="38167" y2="53037"/>
                        <a14:foregroundMark x1="47833" y1="53333" x2="47833" y2="53333"/>
                        <a14:foregroundMark x1="56167" y1="52148" x2="56167" y2="52148"/>
                        <a14:foregroundMark x1="64667" y1="50667" x2="64667" y2="50667"/>
                        <a14:foregroundMark x1="64250" y1="42370" x2="64250" y2="42370"/>
                        <a14:foregroundMark x1="67750" y1="45778" x2="67750" y2="45778"/>
                        <a14:foregroundMark x1="71250" y1="49481" x2="71250" y2="49481"/>
                        <a14:foregroundMark x1="79083" y1="46370" x2="79083" y2="46370"/>
                        <a14:backgroundMark x1="24667" y1="47852" x2="24667" y2="47852"/>
                      </a14:backgroundRemoval>
                    </a14:imgEffect>
                  </a14:imgLayer>
                </a14:imgProps>
              </a:ext>
            </a:extLst>
          </a:blip>
          <a:stretch>
            <a:fillRect/>
          </a:stretch>
        </p:blipFill>
        <p:spPr>
          <a:xfrm>
            <a:off x="768350" y="432196"/>
            <a:ext cx="10655300" cy="5993607"/>
          </a:xfrm>
          <a:prstGeom prst="rect">
            <a:avLst/>
          </a:prstGeom>
        </p:spPr>
      </p:pic>
    </p:spTree>
    <p:extLst>
      <p:ext uri="{BB962C8B-B14F-4D97-AF65-F5344CB8AC3E}">
        <p14:creationId xmlns:p14="http://schemas.microsoft.com/office/powerpoint/2010/main" val="417057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5CB98-3E1A-21F8-C21E-84D421729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998C1-926C-3EFD-AB3C-B0BF741F1E33}"/>
              </a:ext>
            </a:extLst>
          </p:cNvPr>
          <p:cNvSpPr>
            <a:spLocks noGrp="1"/>
          </p:cNvSpPr>
          <p:nvPr>
            <p:ph type="title"/>
          </p:nvPr>
        </p:nvSpPr>
        <p:spPr>
          <a:xfrm>
            <a:off x="838200" y="2766218"/>
            <a:ext cx="10515600" cy="1325563"/>
          </a:xfrm>
        </p:spPr>
        <p:txBody>
          <a:bodyPr/>
          <a:lstStyle/>
          <a:p>
            <a:r>
              <a:rPr lang="en-US" dirty="0"/>
              <a:t>That is a lot…</a:t>
            </a:r>
          </a:p>
        </p:txBody>
      </p:sp>
    </p:spTree>
    <p:extLst>
      <p:ext uri="{BB962C8B-B14F-4D97-AF65-F5344CB8AC3E}">
        <p14:creationId xmlns:p14="http://schemas.microsoft.com/office/powerpoint/2010/main" val="3538735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650B4-EC34-DDFD-7B5A-17EFC3451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519F2-3125-8C32-4634-584D46A325E7}"/>
              </a:ext>
            </a:extLst>
          </p:cNvPr>
          <p:cNvSpPr>
            <a:spLocks noGrp="1"/>
          </p:cNvSpPr>
          <p:nvPr>
            <p:ph type="title"/>
          </p:nvPr>
        </p:nvSpPr>
        <p:spPr/>
        <p:txBody>
          <a:bodyPr/>
          <a:lstStyle/>
          <a:p>
            <a:r>
              <a:rPr lang="en-US" dirty="0"/>
              <a:t>The Dynamics ISV</a:t>
            </a:r>
          </a:p>
        </p:txBody>
      </p:sp>
      <p:sp>
        <p:nvSpPr>
          <p:cNvPr id="4" name="Content Placeholder 3">
            <a:extLst>
              <a:ext uri="{FF2B5EF4-FFF2-40B4-BE49-F238E27FC236}">
                <a16:creationId xmlns:a16="http://schemas.microsoft.com/office/drawing/2014/main" id="{9AC1BB46-E2F2-6704-E801-95909109DA5B}"/>
              </a:ext>
            </a:extLst>
          </p:cNvPr>
          <p:cNvSpPr>
            <a:spLocks noGrp="1"/>
          </p:cNvSpPr>
          <p:nvPr>
            <p:ph idx="1"/>
          </p:nvPr>
        </p:nvSpPr>
        <p:spPr/>
        <p:txBody>
          <a:bodyPr/>
          <a:lstStyle/>
          <a:p>
            <a:r>
              <a:rPr lang="en-US" dirty="0"/>
              <a:t>Skilled Independent Software Vendors.</a:t>
            </a:r>
          </a:p>
          <a:p>
            <a:endParaRPr lang="en-US" dirty="0"/>
          </a:p>
          <a:p>
            <a:r>
              <a:rPr lang="en-US" dirty="0"/>
              <a:t>Constantly growing list of extensions available.</a:t>
            </a:r>
          </a:p>
          <a:p>
            <a:endParaRPr lang="en-US" dirty="0"/>
          </a:p>
          <a:p>
            <a:r>
              <a:rPr lang="en-US" dirty="0"/>
              <a:t>How do you know which one is right for you?</a:t>
            </a:r>
          </a:p>
        </p:txBody>
      </p:sp>
    </p:spTree>
    <p:extLst>
      <p:ext uri="{BB962C8B-B14F-4D97-AF65-F5344CB8AC3E}">
        <p14:creationId xmlns:p14="http://schemas.microsoft.com/office/powerpoint/2010/main" val="1509973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F0088-C285-A868-E198-52AB6F0F3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951EC-6AB0-2044-5E63-E103363699E2}"/>
              </a:ext>
            </a:extLst>
          </p:cNvPr>
          <p:cNvSpPr>
            <a:spLocks noGrp="1"/>
          </p:cNvSpPr>
          <p:nvPr>
            <p:ph type="title"/>
          </p:nvPr>
        </p:nvSpPr>
        <p:spPr/>
        <p:txBody>
          <a:bodyPr/>
          <a:lstStyle/>
          <a:p>
            <a:r>
              <a:rPr lang="en-US" dirty="0"/>
              <a:t>The Dynamics VAR</a:t>
            </a:r>
          </a:p>
        </p:txBody>
      </p:sp>
      <p:sp>
        <p:nvSpPr>
          <p:cNvPr id="4" name="Content Placeholder 3">
            <a:extLst>
              <a:ext uri="{FF2B5EF4-FFF2-40B4-BE49-F238E27FC236}">
                <a16:creationId xmlns:a16="http://schemas.microsoft.com/office/drawing/2014/main" id="{55BBFEEB-520A-4E8C-9A21-A1116602142E}"/>
              </a:ext>
            </a:extLst>
          </p:cNvPr>
          <p:cNvSpPr>
            <a:spLocks noGrp="1"/>
          </p:cNvSpPr>
          <p:nvPr>
            <p:ph idx="1"/>
          </p:nvPr>
        </p:nvSpPr>
        <p:spPr/>
        <p:txBody>
          <a:bodyPr/>
          <a:lstStyle/>
          <a:p>
            <a:r>
              <a:rPr lang="en-US" dirty="0"/>
              <a:t>Knowledgeable Value-Added Reseller.</a:t>
            </a:r>
          </a:p>
          <a:p>
            <a:endParaRPr lang="en-US" dirty="0"/>
          </a:p>
          <a:p>
            <a:r>
              <a:rPr lang="en-US" dirty="0"/>
              <a:t>Builds a relationship with ISVs.</a:t>
            </a:r>
          </a:p>
          <a:p>
            <a:endParaRPr lang="en-US" dirty="0"/>
          </a:p>
          <a:p>
            <a:r>
              <a:rPr lang="en-US" dirty="0"/>
              <a:t>Brings their skills to your business needs.</a:t>
            </a:r>
          </a:p>
        </p:txBody>
      </p:sp>
    </p:spTree>
    <p:extLst>
      <p:ext uri="{BB962C8B-B14F-4D97-AF65-F5344CB8AC3E}">
        <p14:creationId xmlns:p14="http://schemas.microsoft.com/office/powerpoint/2010/main" val="4040060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3058F-63BC-161C-0F83-ABAB9D755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577B4-5B18-8DB2-D48B-13C5A21A4743}"/>
              </a:ext>
            </a:extLst>
          </p:cNvPr>
          <p:cNvSpPr>
            <a:spLocks noGrp="1"/>
          </p:cNvSpPr>
          <p:nvPr>
            <p:ph type="title"/>
          </p:nvPr>
        </p:nvSpPr>
        <p:spPr/>
        <p:txBody>
          <a:bodyPr/>
          <a:lstStyle/>
          <a:p>
            <a:r>
              <a:rPr lang="en-US" dirty="0"/>
              <a:t>The Microsoft MVP</a:t>
            </a:r>
          </a:p>
        </p:txBody>
      </p:sp>
      <p:sp>
        <p:nvSpPr>
          <p:cNvPr id="4" name="Content Placeholder 3">
            <a:extLst>
              <a:ext uri="{FF2B5EF4-FFF2-40B4-BE49-F238E27FC236}">
                <a16:creationId xmlns:a16="http://schemas.microsoft.com/office/drawing/2014/main" id="{1CA312DF-66DF-6742-8591-E2DBC9B9FE29}"/>
              </a:ext>
            </a:extLst>
          </p:cNvPr>
          <p:cNvSpPr>
            <a:spLocks noGrp="1"/>
          </p:cNvSpPr>
          <p:nvPr>
            <p:ph idx="1"/>
          </p:nvPr>
        </p:nvSpPr>
        <p:spPr/>
        <p:txBody>
          <a:bodyPr/>
          <a:lstStyle/>
          <a:p>
            <a:pPr marL="0" indent="0">
              <a:buNone/>
            </a:pPr>
            <a:r>
              <a:rPr lang="en-US" dirty="0"/>
              <a:t>A Microsoft MVP (Most Valuable Professional) is an individual recognized for their outstanding contributions to technical communities that utilize Microsoft technologies.</a:t>
            </a:r>
          </a:p>
          <a:p>
            <a:pPr marL="0" indent="0">
              <a:buNone/>
            </a:pPr>
            <a:endParaRPr lang="en-US" dirty="0"/>
          </a:p>
          <a:p>
            <a:pPr marL="0" indent="0">
              <a:buNone/>
            </a:pPr>
            <a:r>
              <a:rPr lang="en-US" dirty="0"/>
              <a:t>518+ Business Applications professionals willing to teach and explore new technologies with you.</a:t>
            </a:r>
          </a:p>
          <a:p>
            <a:pPr marL="0" indent="0">
              <a:buNone/>
            </a:pPr>
            <a:endParaRPr lang="en-US" dirty="0"/>
          </a:p>
          <a:p>
            <a:pPr marL="0" indent="0">
              <a:buNone/>
            </a:pPr>
            <a:r>
              <a:rPr lang="en-US" dirty="0"/>
              <a:t>Mvp.Microsoft.com to find an MVP in your area.</a:t>
            </a:r>
          </a:p>
          <a:p>
            <a:pPr marL="0" indent="0">
              <a:buNone/>
            </a:pPr>
            <a:endParaRPr lang="en-US" dirty="0"/>
          </a:p>
        </p:txBody>
      </p:sp>
      <p:pic>
        <p:nvPicPr>
          <p:cNvPr id="3" name="Picture 2" descr="A blue and white rectangular sign with white text&#10;&#10;AI-generated content may be incorrect.">
            <a:extLst>
              <a:ext uri="{FF2B5EF4-FFF2-40B4-BE49-F238E27FC236}">
                <a16:creationId xmlns:a16="http://schemas.microsoft.com/office/drawing/2014/main" id="{F01DC537-B7D3-B8D8-096F-98C42359DE4B}"/>
              </a:ext>
            </a:extLst>
          </p:cNvPr>
          <p:cNvPicPr>
            <a:picLocks noChangeAspect="1"/>
          </p:cNvPicPr>
          <p:nvPr/>
        </p:nvPicPr>
        <p:blipFill>
          <a:blip r:embed="rId3"/>
          <a:stretch>
            <a:fillRect/>
          </a:stretch>
        </p:blipFill>
        <p:spPr>
          <a:xfrm>
            <a:off x="10502901" y="4477305"/>
            <a:ext cx="1146740" cy="1813450"/>
          </a:xfrm>
          <a:prstGeom prst="rect">
            <a:avLst/>
          </a:prstGeom>
        </p:spPr>
      </p:pic>
    </p:spTree>
    <p:extLst>
      <p:ext uri="{BB962C8B-B14F-4D97-AF65-F5344CB8AC3E}">
        <p14:creationId xmlns:p14="http://schemas.microsoft.com/office/powerpoint/2010/main" val="3388871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A2439-9AF9-A614-9B82-53EB18605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87F72-C1CF-CA17-820E-E4D557301CCF}"/>
              </a:ext>
            </a:extLst>
          </p:cNvPr>
          <p:cNvSpPr>
            <a:spLocks noGrp="1"/>
          </p:cNvSpPr>
          <p:nvPr>
            <p:ph type="title"/>
          </p:nvPr>
        </p:nvSpPr>
        <p:spPr/>
        <p:txBody>
          <a:bodyPr/>
          <a:lstStyle/>
          <a:p>
            <a:r>
              <a:rPr lang="en-US" dirty="0"/>
              <a:t>The Dynamics Community</a:t>
            </a:r>
          </a:p>
        </p:txBody>
      </p:sp>
      <p:sp>
        <p:nvSpPr>
          <p:cNvPr id="9" name="Content Placeholder 8">
            <a:extLst>
              <a:ext uri="{FF2B5EF4-FFF2-40B4-BE49-F238E27FC236}">
                <a16:creationId xmlns:a16="http://schemas.microsoft.com/office/drawing/2014/main" id="{66E27305-7C18-EAE9-CCB4-4951694822FF}"/>
              </a:ext>
            </a:extLst>
          </p:cNvPr>
          <p:cNvSpPr>
            <a:spLocks noGrp="1"/>
          </p:cNvSpPr>
          <p:nvPr>
            <p:ph idx="1"/>
          </p:nvPr>
        </p:nvSpPr>
        <p:spPr/>
        <p:txBody>
          <a:bodyPr/>
          <a:lstStyle/>
          <a:p>
            <a:r>
              <a:rPr lang="en-US" dirty="0"/>
              <a:t>Volunteer Coordinators</a:t>
            </a:r>
          </a:p>
          <a:p>
            <a:endParaRPr lang="en-US" dirty="0"/>
          </a:p>
          <a:p>
            <a:r>
              <a:rPr lang="en-US" dirty="0"/>
              <a:t>Volunteer Speakers</a:t>
            </a:r>
          </a:p>
          <a:p>
            <a:endParaRPr lang="en-US" dirty="0"/>
          </a:p>
          <a:p>
            <a:r>
              <a:rPr lang="en-US" dirty="0"/>
              <a:t>Excited to share products and technology with you.</a:t>
            </a:r>
          </a:p>
          <a:p>
            <a:endParaRPr lang="en-US" dirty="0"/>
          </a:p>
          <a:p>
            <a:endParaRPr lang="en-US" dirty="0"/>
          </a:p>
        </p:txBody>
      </p:sp>
      <p:pic>
        <p:nvPicPr>
          <p:cNvPr id="11" name="Picture 10">
            <a:extLst>
              <a:ext uri="{FF2B5EF4-FFF2-40B4-BE49-F238E27FC236}">
                <a16:creationId xmlns:a16="http://schemas.microsoft.com/office/drawing/2014/main" id="{239E9E07-72A7-F100-079F-691E3B16DCCF}"/>
              </a:ext>
            </a:extLst>
          </p:cNvPr>
          <p:cNvPicPr>
            <a:picLocks noChangeAspect="1"/>
          </p:cNvPicPr>
          <p:nvPr/>
        </p:nvPicPr>
        <p:blipFill>
          <a:blip r:embed="rId3"/>
          <a:stretch>
            <a:fillRect/>
          </a:stretch>
        </p:blipFill>
        <p:spPr>
          <a:xfrm>
            <a:off x="7931150" y="4938662"/>
            <a:ext cx="3804056" cy="1418351"/>
          </a:xfrm>
          <a:prstGeom prst="rect">
            <a:avLst/>
          </a:prstGeom>
        </p:spPr>
      </p:pic>
    </p:spTree>
    <p:extLst>
      <p:ext uri="{BB962C8B-B14F-4D97-AF65-F5344CB8AC3E}">
        <p14:creationId xmlns:p14="http://schemas.microsoft.com/office/powerpoint/2010/main" val="2198114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723FA-9994-F390-777B-31DEF1C7C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5E2CE-4441-DECD-E1A6-C41978FAD7D1}"/>
              </a:ext>
            </a:extLst>
          </p:cNvPr>
          <p:cNvSpPr>
            <a:spLocks noGrp="1"/>
          </p:cNvSpPr>
          <p:nvPr>
            <p:ph type="title"/>
          </p:nvPr>
        </p:nvSpPr>
        <p:spPr/>
        <p:txBody>
          <a:bodyPr/>
          <a:lstStyle/>
          <a:p>
            <a:r>
              <a:rPr lang="en-US" dirty="0"/>
              <a:t>This is what sets us apart </a:t>
            </a:r>
          </a:p>
        </p:txBody>
      </p:sp>
      <p:sp>
        <p:nvSpPr>
          <p:cNvPr id="9" name="Content Placeholder 8">
            <a:extLst>
              <a:ext uri="{FF2B5EF4-FFF2-40B4-BE49-F238E27FC236}">
                <a16:creationId xmlns:a16="http://schemas.microsoft.com/office/drawing/2014/main" id="{0FD23667-8FB3-B47F-8352-006B59E7EE2A}"/>
              </a:ext>
            </a:extLst>
          </p:cNvPr>
          <p:cNvSpPr>
            <a:spLocks noGrp="1"/>
          </p:cNvSpPr>
          <p:nvPr>
            <p:ph idx="1"/>
          </p:nvPr>
        </p:nvSpPr>
        <p:spPr/>
        <p:txBody>
          <a:bodyPr/>
          <a:lstStyle/>
          <a:p>
            <a:r>
              <a:rPr lang="en-US" dirty="0"/>
              <a:t>The largest product Ecosystem.</a:t>
            </a:r>
          </a:p>
          <a:p>
            <a:endParaRPr lang="en-US" dirty="0"/>
          </a:p>
          <a:p>
            <a:r>
              <a:rPr lang="en-US" dirty="0"/>
              <a:t>The largest community.</a:t>
            </a:r>
          </a:p>
          <a:p>
            <a:endParaRPr lang="en-US" dirty="0"/>
          </a:p>
          <a:p>
            <a:r>
              <a:rPr lang="en-US" dirty="0"/>
              <a:t>The best people.</a:t>
            </a:r>
          </a:p>
          <a:p>
            <a:endParaRPr lang="en-US" dirty="0"/>
          </a:p>
          <a:p>
            <a:endParaRPr lang="en-US" dirty="0"/>
          </a:p>
        </p:txBody>
      </p:sp>
    </p:spTree>
    <p:extLst>
      <p:ext uri="{BB962C8B-B14F-4D97-AF65-F5344CB8AC3E}">
        <p14:creationId xmlns:p14="http://schemas.microsoft.com/office/powerpoint/2010/main" val="592625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27F4007-7CAE-8E3B-567D-38B3FE3669D6}"/>
              </a:ext>
            </a:extLst>
          </p:cNvPr>
          <p:cNvSpPr>
            <a:spLocks noGrp="1"/>
          </p:cNvSpPr>
          <p:nvPr>
            <p:ph sz="half" idx="13"/>
          </p:nvPr>
        </p:nvSpPr>
        <p:spPr/>
        <p:txBody>
          <a:bodyPr/>
          <a:lstStyle/>
          <a:p>
            <a:endParaRPr lang="en-US"/>
          </a:p>
        </p:txBody>
      </p:sp>
      <p:sp>
        <p:nvSpPr>
          <p:cNvPr id="10" name="Content Placeholder 9">
            <a:extLst>
              <a:ext uri="{FF2B5EF4-FFF2-40B4-BE49-F238E27FC236}">
                <a16:creationId xmlns:a16="http://schemas.microsoft.com/office/drawing/2014/main" id="{11438D85-DF21-6B0C-B397-65D3C731F30B}"/>
              </a:ext>
            </a:extLst>
          </p:cNvPr>
          <p:cNvSpPr>
            <a:spLocks noGrp="1"/>
          </p:cNvSpPr>
          <p:nvPr>
            <p:ph sz="half" idx="12"/>
          </p:nvPr>
        </p:nvSpPr>
        <p:spPr/>
        <p:txBody>
          <a:bodyPr/>
          <a:lstStyle/>
          <a:p>
            <a:endParaRPr lang="en-US"/>
          </a:p>
        </p:txBody>
      </p:sp>
      <p:sp>
        <p:nvSpPr>
          <p:cNvPr id="9" name="Content Placeholder 8">
            <a:extLst>
              <a:ext uri="{FF2B5EF4-FFF2-40B4-BE49-F238E27FC236}">
                <a16:creationId xmlns:a16="http://schemas.microsoft.com/office/drawing/2014/main" id="{9E6A78E1-B3EE-54BA-3645-DBA2658A9FF5}"/>
              </a:ext>
            </a:extLst>
          </p:cNvPr>
          <p:cNvSpPr>
            <a:spLocks noGrp="1"/>
          </p:cNvSpPr>
          <p:nvPr>
            <p:ph sz="half" idx="11"/>
          </p:nvPr>
        </p:nvSpPr>
        <p:spPr/>
        <p:txBody>
          <a:bodyPr/>
          <a:lstStyle/>
          <a:p>
            <a:endParaRPr lang="en-US"/>
          </a:p>
        </p:txBody>
      </p:sp>
      <p:sp>
        <p:nvSpPr>
          <p:cNvPr id="8" name="Content Placeholder 7">
            <a:extLst>
              <a:ext uri="{FF2B5EF4-FFF2-40B4-BE49-F238E27FC236}">
                <a16:creationId xmlns:a16="http://schemas.microsoft.com/office/drawing/2014/main" id="{9C7C742D-F4D6-7FE2-6E63-8EA396F63A46}"/>
              </a:ext>
            </a:extLst>
          </p:cNvPr>
          <p:cNvSpPr>
            <a:spLocks noGrp="1"/>
          </p:cNvSpPr>
          <p:nvPr>
            <p:ph sz="half" idx="10"/>
          </p:nvPr>
        </p:nvSpPr>
        <p:spPr/>
        <p:txBody>
          <a:bodyPr/>
          <a:lstStyle/>
          <a:p>
            <a:endParaRPr lang="en-US"/>
          </a:p>
        </p:txBody>
      </p:sp>
      <p:sp>
        <p:nvSpPr>
          <p:cNvPr id="7" name="Title 6">
            <a:extLst>
              <a:ext uri="{FF2B5EF4-FFF2-40B4-BE49-F238E27FC236}">
                <a16:creationId xmlns:a16="http://schemas.microsoft.com/office/drawing/2014/main" id="{46FE9066-6726-285E-8D67-04C8835A999C}"/>
              </a:ext>
            </a:extLst>
          </p:cNvPr>
          <p:cNvSpPr>
            <a:spLocks noGrp="1"/>
          </p:cNvSpPr>
          <p:nvPr>
            <p:ph type="title"/>
          </p:nvPr>
        </p:nvSpPr>
        <p:spPr/>
        <p:txBody>
          <a:bodyPr/>
          <a:lstStyle/>
          <a:p>
            <a:r>
              <a:rPr lang="en-US" dirty="0"/>
              <a:t>Thank you!</a:t>
            </a:r>
          </a:p>
        </p:txBody>
      </p:sp>
      <p:pic>
        <p:nvPicPr>
          <p:cNvPr id="2" name="Picture 1">
            <a:extLst>
              <a:ext uri="{FF2B5EF4-FFF2-40B4-BE49-F238E27FC236}">
                <a16:creationId xmlns:a16="http://schemas.microsoft.com/office/drawing/2014/main" id="{F5A60D71-2321-7EBD-B9AF-A4C04B878CBF}"/>
              </a:ext>
            </a:extLst>
          </p:cNvPr>
          <p:cNvPicPr>
            <a:picLocks noChangeAspect="1"/>
          </p:cNvPicPr>
          <p:nvPr/>
        </p:nvPicPr>
        <p:blipFill>
          <a:blip r:embed="rId2"/>
          <a:stretch>
            <a:fillRect/>
          </a:stretch>
        </p:blipFill>
        <p:spPr>
          <a:xfrm>
            <a:off x="1316774" y="2240788"/>
            <a:ext cx="9770732" cy="3643040"/>
          </a:xfrm>
          <a:prstGeom prst="rect">
            <a:avLst/>
          </a:prstGeom>
        </p:spPr>
      </p:pic>
    </p:spTree>
    <p:extLst>
      <p:ext uri="{BB962C8B-B14F-4D97-AF65-F5344CB8AC3E}">
        <p14:creationId xmlns:p14="http://schemas.microsoft.com/office/powerpoint/2010/main" val="742052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AAE0B08-882E-FBA4-7627-96695BDAC943}"/>
              </a:ext>
            </a:extLst>
          </p:cNvPr>
          <p:cNvSpPr>
            <a:spLocks noGrp="1"/>
          </p:cNvSpPr>
          <p:nvPr>
            <p:ph idx="10"/>
          </p:nvPr>
        </p:nvSpPr>
        <p:spPr/>
        <p:txBody>
          <a:bodyPr/>
          <a:lstStyle/>
          <a:p>
            <a:endParaRPr lang="en-US"/>
          </a:p>
        </p:txBody>
      </p:sp>
      <p:sp>
        <p:nvSpPr>
          <p:cNvPr id="5" name="Content Placeholder 4">
            <a:extLst>
              <a:ext uri="{FF2B5EF4-FFF2-40B4-BE49-F238E27FC236}">
                <a16:creationId xmlns:a16="http://schemas.microsoft.com/office/drawing/2014/main" id="{421BC88E-6BA2-2EEF-25EB-AA6067493DE1}"/>
              </a:ext>
            </a:extLst>
          </p:cNvPr>
          <p:cNvSpPr>
            <a:spLocks noGrp="1"/>
          </p:cNvSpPr>
          <p:nvPr>
            <p:ph sz="half" idx="1"/>
          </p:nvPr>
        </p:nvSpPr>
        <p:spPr/>
        <p:txBody>
          <a:bodyPr/>
          <a:lstStyle/>
          <a:p>
            <a:endParaRPr lang="en-US"/>
          </a:p>
        </p:txBody>
      </p:sp>
      <p:sp>
        <p:nvSpPr>
          <p:cNvPr id="4" name="Title 3">
            <a:extLst>
              <a:ext uri="{FF2B5EF4-FFF2-40B4-BE49-F238E27FC236}">
                <a16:creationId xmlns:a16="http://schemas.microsoft.com/office/drawing/2014/main" id="{1D1532B4-716E-29AA-B32C-03325ECBAF71}"/>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BC60E4E1-3450-C308-634E-4C004CD2A5BF}"/>
              </a:ext>
            </a:extLst>
          </p:cNvPr>
          <p:cNvSpPr>
            <a:spLocks noGrp="1"/>
          </p:cNvSpPr>
          <p:nvPr>
            <p:ph sz="half" idx="11"/>
          </p:nvPr>
        </p:nvSpPr>
        <p:spPr/>
        <p:txBody>
          <a:bodyPr/>
          <a:lstStyle/>
          <a:p>
            <a:endParaRPr lang="en-US"/>
          </a:p>
        </p:txBody>
      </p:sp>
      <p:sp>
        <p:nvSpPr>
          <p:cNvPr id="8" name="Content Placeholder 7">
            <a:extLst>
              <a:ext uri="{FF2B5EF4-FFF2-40B4-BE49-F238E27FC236}">
                <a16:creationId xmlns:a16="http://schemas.microsoft.com/office/drawing/2014/main" id="{31A3D2F9-B061-E733-0314-F875046FA5EC}"/>
              </a:ext>
            </a:extLst>
          </p:cNvPr>
          <p:cNvSpPr>
            <a:spLocks noGrp="1"/>
          </p:cNvSpPr>
          <p:nvPr>
            <p:ph sz="half" idx="12"/>
          </p:nvPr>
        </p:nvSpPr>
        <p:spPr/>
        <p:txBody>
          <a:bodyPr/>
          <a:lstStyle/>
          <a:p>
            <a:endParaRPr lang="en-US"/>
          </a:p>
        </p:txBody>
      </p:sp>
    </p:spTree>
    <p:extLst>
      <p:ext uri="{BB962C8B-B14F-4D97-AF65-F5344CB8AC3E}">
        <p14:creationId xmlns:p14="http://schemas.microsoft.com/office/powerpoint/2010/main" val="2677877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893DCFD68B6564B8CAC449AA517FD5F" ma:contentTypeVersion="18" ma:contentTypeDescription="Create a new document." ma:contentTypeScope="" ma:versionID="5db0653e7be4eec80c4641c8137205d6">
  <xsd:schema xmlns:xsd="http://www.w3.org/2001/XMLSchema" xmlns:xs="http://www.w3.org/2001/XMLSchema" xmlns:p="http://schemas.microsoft.com/office/2006/metadata/properties" xmlns:ns2="11dd3a3b-9603-41fd-b81c-c11876865134" xmlns:ns3="1697ee21-6294-4ec0-a023-ecdc12fb217d" targetNamespace="http://schemas.microsoft.com/office/2006/metadata/properties" ma:root="true" ma:fieldsID="ee8164ffdc44ff411682d5927f175a59" ns2:_="" ns3:_="">
    <xsd:import namespace="11dd3a3b-9603-41fd-b81c-c11876865134"/>
    <xsd:import namespace="1697ee21-6294-4ec0-a023-ecdc12fb21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dd3a3b-9603-41fd-b81c-c118768651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d37c3b37-2320-48ce-b319-ec387555f390"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97ee21-6294-4ec0-a023-ecdc12fb217d"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adf3bbfb-2c47-42c1-b95a-4fc3f6e518d3}" ma:internalName="TaxCatchAll" ma:showField="CatchAllData" ma:web="1697ee21-6294-4ec0-a023-ecdc12fb217d">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697ee21-6294-4ec0-a023-ecdc12fb217d" xsi:nil="true"/>
    <lcf76f155ced4ddcb4097134ff3c332f xmlns="11dd3a3b-9603-41fd-b81c-c1187686513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861CA99-CA43-4804-BE99-F896EBC75F42}">
  <ds:schemaRefs>
    <ds:schemaRef ds:uri="http://schemas.microsoft.com/sharepoint/v3/contenttype/forms"/>
  </ds:schemaRefs>
</ds:datastoreItem>
</file>

<file path=customXml/itemProps2.xml><?xml version="1.0" encoding="utf-8"?>
<ds:datastoreItem xmlns:ds="http://schemas.openxmlformats.org/officeDocument/2006/customXml" ds:itemID="{4429E66C-7076-4B86-9F71-4246B4F8B8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dd3a3b-9603-41fd-b81c-c11876865134"/>
    <ds:schemaRef ds:uri="1697ee21-6294-4ec0-a023-ecdc12fb21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5D6101-9C87-4C6A-87E1-7531206C2346}">
  <ds:schemaRefs>
    <ds:schemaRef ds:uri="http://schemas.microsoft.com/office/infopath/2007/PartnerControls"/>
    <ds:schemaRef ds:uri="http://schemas.microsoft.com/office/2006/documentManagement/types"/>
    <ds:schemaRef ds:uri="http://purl.org/dc/dcmitype/"/>
    <ds:schemaRef ds:uri="http://purl.org/dc/elements/1.1/"/>
    <ds:schemaRef ds:uri="1697ee21-6294-4ec0-a023-ecdc12fb217d"/>
    <ds:schemaRef ds:uri="http://schemas.openxmlformats.org/package/2006/metadata/core-properties"/>
    <ds:schemaRef ds:uri="http://www.w3.org/XML/1998/namespace"/>
    <ds:schemaRef ds:uri="http://purl.org/dc/terms/"/>
    <ds:schemaRef ds:uri="11dd3a3b-9603-41fd-b81c-c11876865134"/>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978</TotalTime>
  <Words>676</Words>
  <Application>Microsoft Office PowerPoint</Application>
  <PresentationFormat>Widescreen</PresentationFormat>
  <Paragraphs>101</Paragraphs>
  <Slides>16</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-apple-system</vt:lpstr>
      <vt:lpstr>Aptos</vt:lpstr>
      <vt:lpstr>Arial</vt:lpstr>
      <vt:lpstr>Calibri</vt:lpstr>
      <vt:lpstr>Calibri Light</vt:lpstr>
      <vt:lpstr>Open Sans ExtraBold</vt:lpstr>
      <vt:lpstr>Open Sans SemiBold</vt:lpstr>
      <vt:lpstr>Office Theme</vt:lpstr>
      <vt:lpstr>The Dynamics Community</vt:lpstr>
      <vt:lpstr>Your Speakers</vt:lpstr>
      <vt:lpstr>Thanks to our local DUG.</vt:lpstr>
      <vt:lpstr>What Brings Us Together?</vt:lpstr>
      <vt:lpstr>An Ecosystem for Everyone</vt:lpstr>
      <vt:lpstr>An Ecosystem for Everyone</vt:lpstr>
      <vt:lpstr>An Ecosystem for Everyone</vt:lpstr>
      <vt:lpstr>An Ecosystem for Everyone</vt:lpstr>
      <vt:lpstr>That is a lot…</vt:lpstr>
      <vt:lpstr>The Dynamics ISV</vt:lpstr>
      <vt:lpstr>The Dynamics VAR</vt:lpstr>
      <vt:lpstr>The Microsoft MVP</vt:lpstr>
      <vt:lpstr>The Dynamics Community</vt:lpstr>
      <vt:lpstr>This is what sets us apart </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Lauren Bishop</dc:creator>
  <cp:lastModifiedBy>Marcel Chabot</cp:lastModifiedBy>
  <cp:revision>9</cp:revision>
  <dcterms:created xsi:type="dcterms:W3CDTF">2023-09-20T16:06:20Z</dcterms:created>
  <dcterms:modified xsi:type="dcterms:W3CDTF">2025-12-03T03:24:50Z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0x0101008893DCFD68B6564B8CAC449AA517FD5F</vt:lpwstr>
  </property>
  <property fmtid="{D5CDD505-2E9C-101B-9397-08002B2CF9AE}" pid="3" name="MediaServiceImageTags">
    <vt:lpwstr/>
  </property>
</Properties>
</file>