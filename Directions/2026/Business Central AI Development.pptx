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9" r:id="rId3"/>
    <p:sldId id="257" r:id="rId4"/>
    <p:sldId id="260" r:id="rId5"/>
    <p:sldId id="261" r:id="rId6"/>
    <p:sldId id="262" r:id="rId7"/>
    <p:sldId id="266" r:id="rId8"/>
    <p:sldId id="263" r:id="rId9"/>
    <p:sldId id="267" r:id="rId10"/>
    <p:sldId id="265" r:id="rId11"/>
    <p:sldId id="268" r:id="rId12"/>
    <p:sldId id="269" r:id="rId13"/>
    <p:sldId id="274" r:id="rId14"/>
    <p:sldId id="276" r:id="rId15"/>
    <p:sldId id="264" r:id="rId16"/>
    <p:sldId id="275" r:id="rId17"/>
    <p:sldId id="277" r:id="rId18"/>
    <p:sldId id="278" r:id="rId19"/>
    <p:sldId id="279" r:id="rId20"/>
    <p:sldId id="280" r:id="rId21"/>
    <p:sldId id="281" r:id="rId22"/>
    <p:sldId id="282" r:id="rId23"/>
    <p:sldId id="283" r:id="rId24"/>
    <p:sldId id="272" r:id="rId25"/>
    <p:sldId id="270" r:id="rId26"/>
    <p:sldId id="284" r:id="rId27"/>
    <p:sldId id="271" r:id="rId28"/>
    <p:sldId id="273" r:id="rId29"/>
    <p:sldId id="285" r:id="rId30"/>
    <p:sldId id="25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A0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ECBC4D-77A5-4860-BB0E-C75907E82233}" v="39" dt="2026-04-19T19:48:05.9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958" autoAdjust="0"/>
  </p:normalViewPr>
  <p:slideViewPr>
    <p:cSldViewPr snapToGrid="0">
      <p:cViewPr varScale="1">
        <p:scale>
          <a:sx n="119" d="100"/>
          <a:sy n="119" d="100"/>
        </p:scale>
        <p:origin x="414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 Chabot" userId="edf1aaf37886921c" providerId="LiveId" clId="{36E35DCF-1E38-456E-8DB6-7BEB4E5406AC}"/>
    <pc:docChg chg="undo redo custSel addSld delSld modSld sldOrd">
      <pc:chgData name="Marc Chabot" userId="edf1aaf37886921c" providerId="LiveId" clId="{36E35DCF-1E38-456E-8DB6-7BEB4E5406AC}" dt="2026-04-26T00:13:32.926" v="4365" actId="20577"/>
      <pc:docMkLst>
        <pc:docMk/>
      </pc:docMkLst>
      <pc:sldChg chg="modSp mod">
        <pc:chgData name="Marc Chabot" userId="edf1aaf37886921c" providerId="LiveId" clId="{36E35DCF-1E38-456E-8DB6-7BEB4E5406AC}" dt="2026-04-19T18:19:15.380" v="2190" actId="20577"/>
        <pc:sldMkLst>
          <pc:docMk/>
          <pc:sldMk cId="2296932572" sldId="257"/>
        </pc:sldMkLst>
        <pc:spChg chg="mod">
          <ac:chgData name="Marc Chabot" userId="edf1aaf37886921c" providerId="LiveId" clId="{36E35DCF-1E38-456E-8DB6-7BEB4E5406AC}" dt="2026-04-11T00:59:37.165" v="33" actId="20577"/>
          <ac:spMkLst>
            <pc:docMk/>
            <pc:sldMk cId="2296932572" sldId="257"/>
            <ac:spMk id="2" creationId="{66675B26-0F2C-0660-38F6-DEC2557772F2}"/>
          </ac:spMkLst>
        </pc:spChg>
        <pc:spChg chg="mod">
          <ac:chgData name="Marc Chabot" userId="edf1aaf37886921c" providerId="LiveId" clId="{36E35DCF-1E38-456E-8DB6-7BEB4E5406AC}" dt="2026-04-19T18:19:15.380" v="2190" actId="20577"/>
          <ac:spMkLst>
            <pc:docMk/>
            <pc:sldMk cId="2296932572" sldId="257"/>
            <ac:spMk id="3" creationId="{6295E9E3-DE37-6B7A-54C9-E8E241601139}"/>
          </ac:spMkLst>
        </pc:spChg>
      </pc:sldChg>
      <pc:sldChg chg="addSp modSp mod">
        <pc:chgData name="Marc Chabot" userId="edf1aaf37886921c" providerId="LiveId" clId="{36E35DCF-1E38-456E-8DB6-7BEB4E5406AC}" dt="2026-04-11T01:25:35.098" v="1265" actId="14100"/>
        <pc:sldMkLst>
          <pc:docMk/>
          <pc:sldMk cId="171686626" sldId="258"/>
        </pc:sldMkLst>
        <pc:picChg chg="add mod">
          <ac:chgData name="Marc Chabot" userId="edf1aaf37886921c" providerId="LiveId" clId="{36E35DCF-1E38-456E-8DB6-7BEB4E5406AC}" dt="2026-04-11T01:25:35.098" v="1265" actId="14100"/>
          <ac:picMkLst>
            <pc:docMk/>
            <pc:sldMk cId="171686626" sldId="258"/>
            <ac:picMk id="4" creationId="{15D5318D-422D-AA35-EADE-FEB40F1AFB78}"/>
          </ac:picMkLst>
        </pc:picChg>
      </pc:sldChg>
      <pc:sldChg chg="addSp delSp modSp mod ord">
        <pc:chgData name="Marc Chabot" userId="edf1aaf37886921c" providerId="LiveId" clId="{36E35DCF-1E38-456E-8DB6-7BEB4E5406AC}" dt="2026-04-26T00:09:19.177" v="4154" actId="20577"/>
        <pc:sldMkLst>
          <pc:docMk/>
          <pc:sldMk cId="476617894" sldId="259"/>
        </pc:sldMkLst>
        <pc:spChg chg="mod">
          <ac:chgData name="Marc Chabot" userId="edf1aaf37886921c" providerId="LiveId" clId="{36E35DCF-1E38-456E-8DB6-7BEB4E5406AC}" dt="2026-04-11T00:58:27.939" v="11" actId="20577"/>
          <ac:spMkLst>
            <pc:docMk/>
            <pc:sldMk cId="476617894" sldId="259"/>
            <ac:spMk id="2" creationId="{0349ECD6-D823-981E-03B6-850715DF355E}"/>
          </ac:spMkLst>
        </pc:spChg>
        <pc:spChg chg="add mod">
          <ac:chgData name="Marc Chabot" userId="edf1aaf37886921c" providerId="LiveId" clId="{36E35DCF-1E38-456E-8DB6-7BEB4E5406AC}" dt="2026-04-11T00:58:57.984" v="12"/>
          <ac:spMkLst>
            <pc:docMk/>
            <pc:sldMk cId="476617894" sldId="259"/>
            <ac:spMk id="4" creationId="{153CA271-6743-6CEA-2BF5-2421B3BE84E8}"/>
          </ac:spMkLst>
        </pc:spChg>
        <pc:spChg chg="mod">
          <ac:chgData name="Marc Chabot" userId="edf1aaf37886921c" providerId="LiveId" clId="{36E35DCF-1E38-456E-8DB6-7BEB4E5406AC}" dt="2026-04-11T00:58:57.984" v="12"/>
          <ac:spMkLst>
            <pc:docMk/>
            <pc:sldMk cId="476617894" sldId="259"/>
            <ac:spMk id="6" creationId="{E78790D8-4202-5689-E1F3-A51D2FC2F005}"/>
          </ac:spMkLst>
        </pc:spChg>
        <pc:spChg chg="add mod">
          <ac:chgData name="Marc Chabot" userId="edf1aaf37886921c" providerId="LiveId" clId="{36E35DCF-1E38-456E-8DB6-7BEB4E5406AC}" dt="2026-04-26T00:09:19.177" v="4154" actId="20577"/>
          <ac:spMkLst>
            <pc:docMk/>
            <pc:sldMk cId="476617894" sldId="259"/>
            <ac:spMk id="7" creationId="{64562AD5-6046-3FBB-D484-AAC2B5ADBCD7}"/>
          </ac:spMkLst>
        </pc:spChg>
        <pc:grpChg chg="add mod">
          <ac:chgData name="Marc Chabot" userId="edf1aaf37886921c" providerId="LiveId" clId="{36E35DCF-1E38-456E-8DB6-7BEB4E5406AC}" dt="2026-04-11T00:58:57.984" v="12"/>
          <ac:grpSpMkLst>
            <pc:docMk/>
            <pc:sldMk cId="476617894" sldId="259"/>
            <ac:grpSpMk id="5" creationId="{23DB0FAE-9AB0-A238-1E27-D74144C1D5E4}"/>
          </ac:grpSpMkLst>
        </pc:grpChg>
        <pc:picChg chg="add mod">
          <ac:chgData name="Marc Chabot" userId="edf1aaf37886921c" providerId="LiveId" clId="{36E35DCF-1E38-456E-8DB6-7BEB4E5406AC}" dt="2026-04-11T01:22:54.679" v="1260" actId="1076"/>
          <ac:picMkLst>
            <pc:docMk/>
            <pc:sldMk cId="476617894" sldId="259"/>
            <ac:picMk id="8" creationId="{EB6785B2-A296-DE8E-C103-F97BC11B8B44}"/>
          </ac:picMkLst>
        </pc:picChg>
        <pc:picChg chg="add mod">
          <ac:chgData name="Marc Chabot" userId="edf1aaf37886921c" providerId="LiveId" clId="{36E35DCF-1E38-456E-8DB6-7BEB4E5406AC}" dt="2026-04-11T01:22:58.596" v="1262" actId="1076"/>
          <ac:picMkLst>
            <pc:docMk/>
            <pc:sldMk cId="476617894" sldId="259"/>
            <ac:picMk id="10" creationId="{3905A278-E940-0901-1239-CA55E6C5AE7B}"/>
          </ac:picMkLst>
        </pc:picChg>
        <pc:picChg chg="add mod">
          <ac:chgData name="Marc Chabot" userId="edf1aaf37886921c" providerId="LiveId" clId="{36E35DCF-1E38-456E-8DB6-7BEB4E5406AC}" dt="2026-04-11T01:22:52.287" v="1259" actId="14100"/>
          <ac:picMkLst>
            <pc:docMk/>
            <pc:sldMk cId="476617894" sldId="259"/>
            <ac:picMk id="12" creationId="{74AA2FE5-72DE-057E-9DD1-240422AE65EA}"/>
          </ac:picMkLst>
        </pc:picChg>
      </pc:sldChg>
      <pc:sldChg chg="modSp add mod modNotesTx">
        <pc:chgData name="Marc Chabot" userId="edf1aaf37886921c" providerId="LiveId" clId="{36E35DCF-1E38-456E-8DB6-7BEB4E5406AC}" dt="2026-04-26T00:11:48.100" v="4263" actId="20577"/>
        <pc:sldMkLst>
          <pc:docMk/>
          <pc:sldMk cId="1388247910" sldId="260"/>
        </pc:sldMkLst>
        <pc:spChg chg="mod">
          <ac:chgData name="Marc Chabot" userId="edf1aaf37886921c" providerId="LiveId" clId="{36E35DCF-1E38-456E-8DB6-7BEB4E5406AC}" dt="2026-04-11T01:01:05.811" v="284" actId="20577"/>
          <ac:spMkLst>
            <pc:docMk/>
            <pc:sldMk cId="1388247910" sldId="260"/>
            <ac:spMk id="2" creationId="{23E33156-5141-47F5-106E-9276DDFAF25A}"/>
          </ac:spMkLst>
        </pc:spChg>
        <pc:spChg chg="mod">
          <ac:chgData name="Marc Chabot" userId="edf1aaf37886921c" providerId="LiveId" clId="{36E35DCF-1E38-456E-8DB6-7BEB4E5406AC}" dt="2026-04-11T01:05:22.771" v="372" actId="20577"/>
          <ac:spMkLst>
            <pc:docMk/>
            <pc:sldMk cId="1388247910" sldId="260"/>
            <ac:spMk id="3" creationId="{339A9AA8-815B-8695-B0EC-C42153FD960D}"/>
          </ac:spMkLst>
        </pc:spChg>
      </pc:sldChg>
      <pc:sldChg chg="modSp add mod">
        <pc:chgData name="Marc Chabot" userId="edf1aaf37886921c" providerId="LiveId" clId="{36E35DCF-1E38-456E-8DB6-7BEB4E5406AC}" dt="2026-04-11T01:06:27.579" v="548" actId="20577"/>
        <pc:sldMkLst>
          <pc:docMk/>
          <pc:sldMk cId="950704382" sldId="261"/>
        </pc:sldMkLst>
        <pc:spChg chg="mod">
          <ac:chgData name="Marc Chabot" userId="edf1aaf37886921c" providerId="LiveId" clId="{36E35DCF-1E38-456E-8DB6-7BEB4E5406AC}" dt="2026-04-11T01:05:46.326" v="378" actId="20577"/>
          <ac:spMkLst>
            <pc:docMk/>
            <pc:sldMk cId="950704382" sldId="261"/>
            <ac:spMk id="2" creationId="{1BC404BE-6274-FECC-FF5A-18B2E16FF167}"/>
          </ac:spMkLst>
        </pc:spChg>
        <pc:spChg chg="mod">
          <ac:chgData name="Marc Chabot" userId="edf1aaf37886921c" providerId="LiveId" clId="{36E35DCF-1E38-456E-8DB6-7BEB4E5406AC}" dt="2026-04-11T01:06:27.579" v="548" actId="20577"/>
          <ac:spMkLst>
            <pc:docMk/>
            <pc:sldMk cId="950704382" sldId="261"/>
            <ac:spMk id="3" creationId="{39064184-D8A7-0885-106C-649634C24FEA}"/>
          </ac:spMkLst>
        </pc:spChg>
      </pc:sldChg>
      <pc:sldChg chg="modSp add mod">
        <pc:chgData name="Marc Chabot" userId="edf1aaf37886921c" providerId="LiveId" clId="{36E35DCF-1E38-456E-8DB6-7BEB4E5406AC}" dt="2026-04-11T01:10:15.949" v="568" actId="14100"/>
        <pc:sldMkLst>
          <pc:docMk/>
          <pc:sldMk cId="4206349706" sldId="262"/>
        </pc:sldMkLst>
        <pc:spChg chg="mod">
          <ac:chgData name="Marc Chabot" userId="edf1aaf37886921c" providerId="LiveId" clId="{36E35DCF-1E38-456E-8DB6-7BEB4E5406AC}" dt="2026-04-11T01:09:36.181" v="559" actId="20577"/>
          <ac:spMkLst>
            <pc:docMk/>
            <pc:sldMk cId="4206349706" sldId="262"/>
            <ac:spMk id="2" creationId="{3BE88E52-61EB-48E7-748A-D1688BD87832}"/>
          </ac:spMkLst>
        </pc:spChg>
        <pc:spChg chg="mod">
          <ac:chgData name="Marc Chabot" userId="edf1aaf37886921c" providerId="LiveId" clId="{36E35DCF-1E38-456E-8DB6-7BEB4E5406AC}" dt="2026-04-11T01:10:15.949" v="568" actId="14100"/>
          <ac:spMkLst>
            <pc:docMk/>
            <pc:sldMk cId="4206349706" sldId="262"/>
            <ac:spMk id="3" creationId="{AB199EF6-0968-46F2-F6CC-99F9CDAB4765}"/>
          </ac:spMkLst>
        </pc:spChg>
      </pc:sldChg>
      <pc:sldChg chg="modSp add">
        <pc:chgData name="Marc Chabot" userId="edf1aaf37886921c" providerId="LiveId" clId="{36E35DCF-1E38-456E-8DB6-7BEB4E5406AC}" dt="2026-04-11T01:13:03.834" v="589"/>
        <pc:sldMkLst>
          <pc:docMk/>
          <pc:sldMk cId="676706095" sldId="263"/>
        </pc:sldMkLst>
        <pc:spChg chg="mod">
          <ac:chgData name="Marc Chabot" userId="edf1aaf37886921c" providerId="LiveId" clId="{36E35DCF-1E38-456E-8DB6-7BEB4E5406AC}" dt="2026-04-11T01:12:56.552" v="588"/>
          <ac:spMkLst>
            <pc:docMk/>
            <pc:sldMk cId="676706095" sldId="263"/>
            <ac:spMk id="2" creationId="{66675B26-0F2C-0660-38F6-DEC2557772F2}"/>
          </ac:spMkLst>
        </pc:spChg>
        <pc:spChg chg="mod">
          <ac:chgData name="Marc Chabot" userId="edf1aaf37886921c" providerId="LiveId" clId="{36E35DCF-1E38-456E-8DB6-7BEB4E5406AC}" dt="2026-04-11T01:13:03.834" v="589"/>
          <ac:spMkLst>
            <pc:docMk/>
            <pc:sldMk cId="676706095" sldId="263"/>
            <ac:spMk id="3" creationId="{6295E9E3-DE37-6B7A-54C9-E8E241601139}"/>
          </ac:spMkLst>
        </pc:spChg>
      </pc:sldChg>
      <pc:sldChg chg="modSp add mod">
        <pc:chgData name="Marc Chabot" userId="edf1aaf37886921c" providerId="LiveId" clId="{36E35DCF-1E38-456E-8DB6-7BEB4E5406AC}" dt="2026-04-11T01:19:43.818" v="955" actId="20577"/>
        <pc:sldMkLst>
          <pc:docMk/>
          <pc:sldMk cId="1872980649" sldId="264"/>
        </pc:sldMkLst>
        <pc:spChg chg="mod">
          <ac:chgData name="Marc Chabot" userId="edf1aaf37886921c" providerId="LiveId" clId="{36E35DCF-1E38-456E-8DB6-7BEB4E5406AC}" dt="2026-04-11T01:17:29.582" v="659" actId="20577"/>
          <ac:spMkLst>
            <pc:docMk/>
            <pc:sldMk cId="1872980649" sldId="264"/>
            <ac:spMk id="2" creationId="{FF02F605-7048-51C0-2CAD-C8CAFD89B35D}"/>
          </ac:spMkLst>
        </pc:spChg>
        <pc:spChg chg="mod">
          <ac:chgData name="Marc Chabot" userId="edf1aaf37886921c" providerId="LiveId" clId="{36E35DCF-1E38-456E-8DB6-7BEB4E5406AC}" dt="2026-04-11T01:19:43.818" v="955" actId="20577"/>
          <ac:spMkLst>
            <pc:docMk/>
            <pc:sldMk cId="1872980649" sldId="264"/>
            <ac:spMk id="3" creationId="{5C87944C-970A-C39D-4DFA-629CDE737F43}"/>
          </ac:spMkLst>
        </pc:spChg>
      </pc:sldChg>
      <pc:sldChg chg="modSp add">
        <pc:chgData name="Marc Chabot" userId="edf1aaf37886921c" providerId="LiveId" clId="{36E35DCF-1E38-456E-8DB6-7BEB4E5406AC}" dt="2026-04-11T01:14:51.407" v="619"/>
        <pc:sldMkLst>
          <pc:docMk/>
          <pc:sldMk cId="2729705053" sldId="265"/>
        </pc:sldMkLst>
        <pc:spChg chg="mod">
          <ac:chgData name="Marc Chabot" userId="edf1aaf37886921c" providerId="LiveId" clId="{36E35DCF-1E38-456E-8DB6-7BEB4E5406AC}" dt="2026-04-11T01:14:45.530" v="618"/>
          <ac:spMkLst>
            <pc:docMk/>
            <pc:sldMk cId="2729705053" sldId="265"/>
            <ac:spMk id="2" creationId="{B64CD0C7-3E4A-C455-19DD-29B5323368E3}"/>
          </ac:spMkLst>
        </pc:spChg>
        <pc:spChg chg="mod">
          <ac:chgData name="Marc Chabot" userId="edf1aaf37886921c" providerId="LiveId" clId="{36E35DCF-1E38-456E-8DB6-7BEB4E5406AC}" dt="2026-04-11T01:14:51.407" v="619"/>
          <ac:spMkLst>
            <pc:docMk/>
            <pc:sldMk cId="2729705053" sldId="265"/>
            <ac:spMk id="3" creationId="{73DA0B08-0E7B-A9DD-579F-5BAE3A98B4DB}"/>
          </ac:spMkLst>
        </pc:spChg>
      </pc:sldChg>
      <pc:sldChg chg="delSp modSp add mod ord">
        <pc:chgData name="Marc Chabot" userId="edf1aaf37886921c" providerId="LiveId" clId="{36E35DCF-1E38-456E-8DB6-7BEB4E5406AC}" dt="2026-04-11T01:13:45.478" v="599" actId="1076"/>
        <pc:sldMkLst>
          <pc:docMk/>
          <pc:sldMk cId="737372323" sldId="266"/>
        </pc:sldMkLst>
        <pc:spChg chg="mod">
          <ac:chgData name="Marc Chabot" userId="edf1aaf37886921c" providerId="LiveId" clId="{36E35DCF-1E38-456E-8DB6-7BEB4E5406AC}" dt="2026-04-11T01:13:45.478" v="599" actId="1076"/>
          <ac:spMkLst>
            <pc:docMk/>
            <pc:sldMk cId="737372323" sldId="266"/>
            <ac:spMk id="2" creationId="{EE05E14A-AC05-022B-DD9F-FE4B5E0C20FA}"/>
          </ac:spMkLst>
        </pc:spChg>
      </pc:sldChg>
      <pc:sldChg chg="modSp add mod">
        <pc:chgData name="Marc Chabot" userId="edf1aaf37886921c" providerId="LiveId" clId="{36E35DCF-1E38-456E-8DB6-7BEB4E5406AC}" dt="2026-04-26T00:12:42.220" v="4264" actId="33524"/>
        <pc:sldMkLst>
          <pc:docMk/>
          <pc:sldMk cId="2013688289" sldId="267"/>
        </pc:sldMkLst>
        <pc:spChg chg="mod">
          <ac:chgData name="Marc Chabot" userId="edf1aaf37886921c" providerId="LiveId" clId="{36E35DCF-1E38-456E-8DB6-7BEB4E5406AC}" dt="2026-04-11T01:14:10.327" v="615" actId="20577"/>
          <ac:spMkLst>
            <pc:docMk/>
            <pc:sldMk cId="2013688289" sldId="267"/>
            <ac:spMk id="2" creationId="{31641040-3DF4-BBED-28C7-3A396393A632}"/>
          </ac:spMkLst>
        </pc:spChg>
        <pc:spChg chg="mod">
          <ac:chgData name="Marc Chabot" userId="edf1aaf37886921c" providerId="LiveId" clId="{36E35DCF-1E38-456E-8DB6-7BEB4E5406AC}" dt="2026-04-26T00:12:42.220" v="4264" actId="33524"/>
          <ac:spMkLst>
            <pc:docMk/>
            <pc:sldMk cId="2013688289" sldId="267"/>
            <ac:spMk id="3" creationId="{019F17B2-7F01-FA08-98B5-CE1004613A9F}"/>
          </ac:spMkLst>
        </pc:spChg>
      </pc:sldChg>
      <pc:sldChg chg="modSp add mod">
        <pc:chgData name="Marc Chabot" userId="edf1aaf37886921c" providerId="LiveId" clId="{36E35DCF-1E38-456E-8DB6-7BEB4E5406AC}" dt="2026-04-26T00:13:32.926" v="4365" actId="20577"/>
        <pc:sldMkLst>
          <pc:docMk/>
          <pc:sldMk cId="2932180034" sldId="268"/>
        </pc:sldMkLst>
        <pc:spChg chg="mod">
          <ac:chgData name="Marc Chabot" userId="edf1aaf37886921c" providerId="LiveId" clId="{36E35DCF-1E38-456E-8DB6-7BEB4E5406AC}" dt="2026-04-11T01:15:21.074" v="622"/>
          <ac:spMkLst>
            <pc:docMk/>
            <pc:sldMk cId="2932180034" sldId="268"/>
            <ac:spMk id="2" creationId="{1FDD54B8-11E6-A4D8-4836-3AD72E503D97}"/>
          </ac:spMkLst>
        </pc:spChg>
        <pc:spChg chg="mod">
          <ac:chgData name="Marc Chabot" userId="edf1aaf37886921c" providerId="LiveId" clId="{36E35DCF-1E38-456E-8DB6-7BEB4E5406AC}" dt="2026-04-26T00:13:32.926" v="4365" actId="20577"/>
          <ac:spMkLst>
            <pc:docMk/>
            <pc:sldMk cId="2932180034" sldId="268"/>
            <ac:spMk id="3" creationId="{2AED2D45-477E-A8B5-8B99-5A682A4209DA}"/>
          </ac:spMkLst>
        </pc:spChg>
      </pc:sldChg>
      <pc:sldChg chg="modSp add mod modNotesTx">
        <pc:chgData name="Marc Chabot" userId="edf1aaf37886921c" providerId="LiveId" clId="{36E35DCF-1E38-456E-8DB6-7BEB4E5406AC}" dt="2026-04-13T23:50:15.386" v="1530" actId="20577"/>
        <pc:sldMkLst>
          <pc:docMk/>
          <pc:sldMk cId="1922587927" sldId="269"/>
        </pc:sldMkLst>
        <pc:spChg chg="mod">
          <ac:chgData name="Marc Chabot" userId="edf1aaf37886921c" providerId="LiveId" clId="{36E35DCF-1E38-456E-8DB6-7BEB4E5406AC}" dt="2026-04-11T01:16:04.009" v="637" actId="20577"/>
          <ac:spMkLst>
            <pc:docMk/>
            <pc:sldMk cId="1922587927" sldId="269"/>
            <ac:spMk id="2" creationId="{ED510490-06B9-620F-4601-0A0DDB43FFD6}"/>
          </ac:spMkLst>
        </pc:spChg>
        <pc:spChg chg="mod">
          <ac:chgData name="Marc Chabot" userId="edf1aaf37886921c" providerId="LiveId" clId="{36E35DCF-1E38-456E-8DB6-7BEB4E5406AC}" dt="2026-04-11T01:19:06.545" v="827" actId="20577"/>
          <ac:spMkLst>
            <pc:docMk/>
            <pc:sldMk cId="1922587927" sldId="269"/>
            <ac:spMk id="3" creationId="{D342552C-66D2-DF1F-EE89-851260CD873A}"/>
          </ac:spMkLst>
        </pc:spChg>
      </pc:sldChg>
      <pc:sldChg chg="modSp add mod ord modNotesTx">
        <pc:chgData name="Marc Chabot" userId="edf1aaf37886921c" providerId="LiveId" clId="{36E35DCF-1E38-456E-8DB6-7BEB4E5406AC}" dt="2026-04-13T23:53:52.897" v="1992" actId="20577"/>
        <pc:sldMkLst>
          <pc:docMk/>
          <pc:sldMk cId="2462130988" sldId="270"/>
        </pc:sldMkLst>
        <pc:spChg chg="mod">
          <ac:chgData name="Marc Chabot" userId="edf1aaf37886921c" providerId="LiveId" clId="{36E35DCF-1E38-456E-8DB6-7BEB4E5406AC}" dt="2026-04-13T23:52:32.947" v="1778" actId="20577"/>
          <ac:spMkLst>
            <pc:docMk/>
            <pc:sldMk cId="2462130988" sldId="270"/>
            <ac:spMk id="2" creationId="{54F6226C-5B93-70B8-D9D0-999558D26343}"/>
          </ac:spMkLst>
        </pc:spChg>
        <pc:spChg chg="mod">
          <ac:chgData name="Marc Chabot" userId="edf1aaf37886921c" providerId="LiveId" clId="{36E35DCF-1E38-456E-8DB6-7BEB4E5406AC}" dt="2026-04-13T23:53:12.701" v="1938" actId="20577"/>
          <ac:spMkLst>
            <pc:docMk/>
            <pc:sldMk cId="2462130988" sldId="270"/>
            <ac:spMk id="3" creationId="{85794F84-051B-046A-4626-D4B3D900EF9E}"/>
          </ac:spMkLst>
        </pc:spChg>
      </pc:sldChg>
      <pc:sldChg chg="modSp add mod">
        <pc:chgData name="Marc Chabot" userId="edf1aaf37886921c" providerId="LiveId" clId="{36E35DCF-1E38-456E-8DB6-7BEB4E5406AC}" dt="2026-04-19T19:03:34.856" v="3408" actId="20577"/>
        <pc:sldMkLst>
          <pc:docMk/>
          <pc:sldMk cId="3056193477" sldId="271"/>
        </pc:sldMkLst>
        <pc:spChg chg="mod">
          <ac:chgData name="Marc Chabot" userId="edf1aaf37886921c" providerId="LiveId" clId="{36E35DCF-1E38-456E-8DB6-7BEB4E5406AC}" dt="2026-04-19T19:03:34.856" v="3408" actId="20577"/>
          <ac:spMkLst>
            <pc:docMk/>
            <pc:sldMk cId="3056193477" sldId="271"/>
            <ac:spMk id="2" creationId="{D3521785-F3CE-235F-59D4-7D5A68EB47FD}"/>
          </ac:spMkLst>
        </pc:spChg>
        <pc:spChg chg="mod">
          <ac:chgData name="Marc Chabot" userId="edf1aaf37886921c" providerId="LiveId" clId="{36E35DCF-1E38-456E-8DB6-7BEB4E5406AC}" dt="2026-04-11T01:21:15.010" v="1251" actId="20577"/>
          <ac:spMkLst>
            <pc:docMk/>
            <pc:sldMk cId="3056193477" sldId="271"/>
            <ac:spMk id="3" creationId="{DE5CE5B1-4626-AB81-8883-4EC7D672DA0C}"/>
          </ac:spMkLst>
        </pc:spChg>
      </pc:sldChg>
      <pc:sldChg chg="modSp add mod">
        <pc:chgData name="Marc Chabot" userId="edf1aaf37886921c" providerId="LiveId" clId="{36E35DCF-1E38-456E-8DB6-7BEB4E5406AC}" dt="2026-04-19T19:03:29.511" v="3407" actId="20577"/>
        <pc:sldMkLst>
          <pc:docMk/>
          <pc:sldMk cId="4121852075" sldId="272"/>
        </pc:sldMkLst>
        <pc:spChg chg="mod">
          <ac:chgData name="Marc Chabot" userId="edf1aaf37886921c" providerId="LiveId" clId="{36E35DCF-1E38-456E-8DB6-7BEB4E5406AC}" dt="2026-04-19T19:03:29.511" v="3407" actId="20577"/>
          <ac:spMkLst>
            <pc:docMk/>
            <pc:sldMk cId="4121852075" sldId="272"/>
            <ac:spMk id="2" creationId="{F848B31E-F77F-CCAF-1706-928D533A8A96}"/>
          </ac:spMkLst>
        </pc:spChg>
        <pc:spChg chg="mod">
          <ac:chgData name="Marc Chabot" userId="edf1aaf37886921c" providerId="LiveId" clId="{36E35DCF-1E38-456E-8DB6-7BEB4E5406AC}" dt="2026-04-11T01:20:41.585" v="1130" actId="20577"/>
          <ac:spMkLst>
            <pc:docMk/>
            <pc:sldMk cId="4121852075" sldId="272"/>
            <ac:spMk id="3" creationId="{771E9103-5DF3-8062-CF02-A2399D36B6B5}"/>
          </ac:spMkLst>
        </pc:spChg>
      </pc:sldChg>
      <pc:sldChg chg="modSp add mod">
        <pc:chgData name="Marc Chabot" userId="edf1aaf37886921c" providerId="LiveId" clId="{36E35DCF-1E38-456E-8DB6-7BEB4E5406AC}" dt="2026-04-13T23:54:46.979" v="2167" actId="20577"/>
        <pc:sldMkLst>
          <pc:docMk/>
          <pc:sldMk cId="400423291" sldId="273"/>
        </pc:sldMkLst>
        <pc:spChg chg="mod">
          <ac:chgData name="Marc Chabot" userId="edf1aaf37886921c" providerId="LiveId" clId="{36E35DCF-1E38-456E-8DB6-7BEB4E5406AC}" dt="2026-04-13T23:54:02.264" v="2004" actId="20577"/>
          <ac:spMkLst>
            <pc:docMk/>
            <pc:sldMk cId="400423291" sldId="273"/>
            <ac:spMk id="2" creationId="{57CFE8BE-43D3-D636-015A-71C47B98A888}"/>
          </ac:spMkLst>
        </pc:spChg>
        <pc:spChg chg="mod">
          <ac:chgData name="Marc Chabot" userId="edf1aaf37886921c" providerId="LiveId" clId="{36E35DCF-1E38-456E-8DB6-7BEB4E5406AC}" dt="2026-04-13T23:54:46.979" v="2167" actId="20577"/>
          <ac:spMkLst>
            <pc:docMk/>
            <pc:sldMk cId="400423291" sldId="273"/>
            <ac:spMk id="3" creationId="{0C2F0682-DD2B-9F58-071D-FFBC8F6690D7}"/>
          </ac:spMkLst>
        </pc:spChg>
      </pc:sldChg>
      <pc:sldChg chg="modSp add mod ord modNotesTx">
        <pc:chgData name="Marc Chabot" userId="edf1aaf37886921c" providerId="LiveId" clId="{36E35DCF-1E38-456E-8DB6-7BEB4E5406AC}" dt="2026-04-19T18:21:22.079" v="2221" actId="20577"/>
        <pc:sldMkLst>
          <pc:docMk/>
          <pc:sldMk cId="1489529876" sldId="274"/>
        </pc:sldMkLst>
        <pc:spChg chg="mod">
          <ac:chgData name="Marc Chabot" userId="edf1aaf37886921c" providerId="LiveId" clId="{36E35DCF-1E38-456E-8DB6-7BEB4E5406AC}" dt="2026-04-13T23:48:36.332" v="1284" actId="20577"/>
          <ac:spMkLst>
            <pc:docMk/>
            <pc:sldMk cId="1489529876" sldId="274"/>
            <ac:spMk id="2" creationId="{9EEAF1E8-2350-FAEA-582A-CACF4FBD8365}"/>
          </ac:spMkLst>
        </pc:spChg>
        <pc:spChg chg="mod">
          <ac:chgData name="Marc Chabot" userId="edf1aaf37886921c" providerId="LiveId" clId="{36E35DCF-1E38-456E-8DB6-7BEB4E5406AC}" dt="2026-04-13T23:49:41.988" v="1496" actId="5793"/>
          <ac:spMkLst>
            <pc:docMk/>
            <pc:sldMk cId="1489529876" sldId="274"/>
            <ac:spMk id="3" creationId="{77EAFFF8-5508-1141-DCBD-6937A56630A0}"/>
          </ac:spMkLst>
        </pc:spChg>
      </pc:sldChg>
      <pc:sldChg chg="modSp add mod modNotesTx">
        <pc:chgData name="Marc Chabot" userId="edf1aaf37886921c" providerId="LiveId" clId="{36E35DCF-1E38-456E-8DB6-7BEB4E5406AC}" dt="2026-04-13T23:52:12.403" v="1766" actId="20577"/>
        <pc:sldMkLst>
          <pc:docMk/>
          <pc:sldMk cId="2156689670" sldId="275"/>
        </pc:sldMkLst>
        <pc:spChg chg="mod">
          <ac:chgData name="Marc Chabot" userId="edf1aaf37886921c" providerId="LiveId" clId="{36E35DCF-1E38-456E-8DB6-7BEB4E5406AC}" dt="2026-04-13T23:51:05.357" v="1542" actId="20577"/>
          <ac:spMkLst>
            <pc:docMk/>
            <pc:sldMk cId="2156689670" sldId="275"/>
            <ac:spMk id="2" creationId="{4AF04885-6BB6-7545-753B-E45C6D578EF0}"/>
          </ac:spMkLst>
        </pc:spChg>
        <pc:spChg chg="mod">
          <ac:chgData name="Marc Chabot" userId="edf1aaf37886921c" providerId="LiveId" clId="{36E35DCF-1E38-456E-8DB6-7BEB4E5406AC}" dt="2026-04-13T23:51:40.403" v="1684" actId="313"/>
          <ac:spMkLst>
            <pc:docMk/>
            <pc:sldMk cId="2156689670" sldId="275"/>
            <ac:spMk id="3" creationId="{B9914FDF-63A2-498C-D280-F0F3027617A6}"/>
          </ac:spMkLst>
        </pc:spChg>
      </pc:sldChg>
      <pc:sldChg chg="modSp add mod modNotesTx">
        <pc:chgData name="Marc Chabot" userId="edf1aaf37886921c" providerId="LiveId" clId="{36E35DCF-1E38-456E-8DB6-7BEB4E5406AC}" dt="2026-04-19T18:45:49.737" v="2442" actId="20577"/>
        <pc:sldMkLst>
          <pc:docMk/>
          <pc:sldMk cId="1702005271" sldId="276"/>
        </pc:sldMkLst>
        <pc:spChg chg="mod">
          <ac:chgData name="Marc Chabot" userId="edf1aaf37886921c" providerId="LiveId" clId="{36E35DCF-1E38-456E-8DB6-7BEB4E5406AC}" dt="2026-04-19T18:21:54.091" v="2236" actId="20577"/>
          <ac:spMkLst>
            <pc:docMk/>
            <pc:sldMk cId="1702005271" sldId="276"/>
            <ac:spMk id="2" creationId="{D54B17D4-9B19-97B5-EA87-5AF514A13BAF}"/>
          </ac:spMkLst>
        </pc:spChg>
      </pc:sldChg>
      <pc:sldChg chg="modSp add mod modNotesTx">
        <pc:chgData name="Marc Chabot" userId="edf1aaf37886921c" providerId="LiveId" clId="{36E35DCF-1E38-456E-8DB6-7BEB4E5406AC}" dt="2026-04-19T18:52:46.925" v="2928" actId="5793"/>
        <pc:sldMkLst>
          <pc:docMk/>
          <pc:sldMk cId="3627983099" sldId="277"/>
        </pc:sldMkLst>
        <pc:spChg chg="mod">
          <ac:chgData name="Marc Chabot" userId="edf1aaf37886921c" providerId="LiveId" clId="{36E35DCF-1E38-456E-8DB6-7BEB4E5406AC}" dt="2026-04-19T18:43:47.169" v="2438" actId="20577"/>
          <ac:spMkLst>
            <pc:docMk/>
            <pc:sldMk cId="3627983099" sldId="277"/>
            <ac:spMk id="2" creationId="{D727B672-5FE9-A9F2-62A2-A9E1E18B393B}"/>
          </ac:spMkLst>
        </pc:spChg>
      </pc:sldChg>
      <pc:sldChg chg="modSp add mod modNotesTx">
        <pc:chgData name="Marc Chabot" userId="edf1aaf37886921c" providerId="LiveId" clId="{36E35DCF-1E38-456E-8DB6-7BEB4E5406AC}" dt="2026-04-19T18:57:05.473" v="3234" actId="20577"/>
        <pc:sldMkLst>
          <pc:docMk/>
          <pc:sldMk cId="3701021105" sldId="278"/>
        </pc:sldMkLst>
        <pc:spChg chg="mod">
          <ac:chgData name="Marc Chabot" userId="edf1aaf37886921c" providerId="LiveId" clId="{36E35DCF-1E38-456E-8DB6-7BEB4E5406AC}" dt="2026-04-19T18:55:56.999" v="2938" actId="20577"/>
          <ac:spMkLst>
            <pc:docMk/>
            <pc:sldMk cId="3701021105" sldId="278"/>
            <ac:spMk id="2" creationId="{5299510A-61DC-05EF-6953-CB3CF1BC6C71}"/>
          </ac:spMkLst>
        </pc:spChg>
        <pc:spChg chg="mod">
          <ac:chgData name="Marc Chabot" userId="edf1aaf37886921c" providerId="LiveId" clId="{36E35DCF-1E38-456E-8DB6-7BEB4E5406AC}" dt="2026-04-19T18:56:39.444" v="3088" actId="313"/>
          <ac:spMkLst>
            <pc:docMk/>
            <pc:sldMk cId="3701021105" sldId="278"/>
            <ac:spMk id="3" creationId="{A7A8EA33-D85A-08B1-1662-3CEEB9C18FC3}"/>
          </ac:spMkLst>
        </pc:spChg>
      </pc:sldChg>
      <pc:sldChg chg="modSp add mod">
        <pc:chgData name="Marc Chabot" userId="edf1aaf37886921c" providerId="LiveId" clId="{36E35DCF-1E38-456E-8DB6-7BEB4E5406AC}" dt="2026-04-19T18:58:02.205" v="3377" actId="20577"/>
        <pc:sldMkLst>
          <pc:docMk/>
          <pc:sldMk cId="2723803170" sldId="279"/>
        </pc:sldMkLst>
        <pc:spChg chg="mod">
          <ac:chgData name="Marc Chabot" userId="edf1aaf37886921c" providerId="LiveId" clId="{36E35DCF-1E38-456E-8DB6-7BEB4E5406AC}" dt="2026-04-19T18:58:02.205" v="3377" actId="20577"/>
          <ac:spMkLst>
            <pc:docMk/>
            <pc:sldMk cId="2723803170" sldId="279"/>
            <ac:spMk id="3" creationId="{A774CFCA-9914-DAEB-3382-C51DEE99596B}"/>
          </ac:spMkLst>
        </pc:spChg>
      </pc:sldChg>
      <pc:sldChg chg="modSp add mod modNotesTx">
        <pc:chgData name="Marc Chabot" userId="edf1aaf37886921c" providerId="LiveId" clId="{36E35DCF-1E38-456E-8DB6-7BEB4E5406AC}" dt="2026-04-19T19:01:20.465" v="3386" actId="20577"/>
        <pc:sldMkLst>
          <pc:docMk/>
          <pc:sldMk cId="4062226724" sldId="280"/>
        </pc:sldMkLst>
        <pc:spChg chg="mod">
          <ac:chgData name="Marc Chabot" userId="edf1aaf37886921c" providerId="LiveId" clId="{36E35DCF-1E38-456E-8DB6-7BEB4E5406AC}" dt="2026-04-19T18:59:11.660" v="3384" actId="20577"/>
          <ac:spMkLst>
            <pc:docMk/>
            <pc:sldMk cId="4062226724" sldId="280"/>
            <ac:spMk id="2" creationId="{C0EA7F52-1347-BF68-A687-3DAE575ADF5F}"/>
          </ac:spMkLst>
        </pc:spChg>
      </pc:sldChg>
      <pc:sldChg chg="modSp add mod modNotesTx">
        <pc:chgData name="Marc Chabot" userId="edf1aaf37886921c" providerId="LiveId" clId="{36E35DCF-1E38-456E-8DB6-7BEB4E5406AC}" dt="2026-04-19T19:20:42.089" v="3780" actId="20577"/>
        <pc:sldMkLst>
          <pc:docMk/>
          <pc:sldMk cId="2786564385" sldId="281"/>
        </pc:sldMkLst>
        <pc:spChg chg="mod">
          <ac:chgData name="Marc Chabot" userId="edf1aaf37886921c" providerId="LiveId" clId="{36E35DCF-1E38-456E-8DB6-7BEB4E5406AC}" dt="2026-04-19T19:05:33.607" v="3694" actId="20577"/>
          <ac:spMkLst>
            <pc:docMk/>
            <pc:sldMk cId="2786564385" sldId="281"/>
            <ac:spMk id="2" creationId="{45E952A2-0CEF-4AEF-C158-1DFE4D1D5B96}"/>
          </ac:spMkLst>
        </pc:spChg>
        <pc:spChg chg="mod">
          <ac:chgData name="Marc Chabot" userId="edf1aaf37886921c" providerId="LiveId" clId="{36E35DCF-1E38-456E-8DB6-7BEB4E5406AC}" dt="2026-04-19T19:04:21.723" v="3545" actId="20577"/>
          <ac:spMkLst>
            <pc:docMk/>
            <pc:sldMk cId="2786564385" sldId="281"/>
            <ac:spMk id="3" creationId="{E9FCEB3C-79FF-E4F2-C0A8-A7C4D0179DF3}"/>
          </ac:spMkLst>
        </pc:spChg>
      </pc:sldChg>
      <pc:sldChg chg="modSp add mod">
        <pc:chgData name="Marc Chabot" userId="edf1aaf37886921c" providerId="LiveId" clId="{36E35DCF-1E38-456E-8DB6-7BEB4E5406AC}" dt="2026-04-19T19:05:15.675" v="3690" actId="20577"/>
        <pc:sldMkLst>
          <pc:docMk/>
          <pc:sldMk cId="416711522" sldId="282"/>
        </pc:sldMkLst>
        <pc:spChg chg="mod">
          <ac:chgData name="Marc Chabot" userId="edf1aaf37886921c" providerId="LiveId" clId="{36E35DCF-1E38-456E-8DB6-7BEB4E5406AC}" dt="2026-04-19T19:05:15.675" v="3690" actId="20577"/>
          <ac:spMkLst>
            <pc:docMk/>
            <pc:sldMk cId="416711522" sldId="282"/>
            <ac:spMk id="3" creationId="{E8B838DE-2677-BCCD-5BE9-AFB2136E7C23}"/>
          </ac:spMkLst>
        </pc:spChg>
      </pc:sldChg>
      <pc:sldChg chg="modSp add mod modNotesTx">
        <pc:chgData name="Marc Chabot" userId="edf1aaf37886921c" providerId="LiveId" clId="{36E35DCF-1E38-456E-8DB6-7BEB4E5406AC}" dt="2026-04-19T19:24:39.328" v="3782" actId="20577"/>
        <pc:sldMkLst>
          <pc:docMk/>
          <pc:sldMk cId="3758581135" sldId="283"/>
        </pc:sldMkLst>
        <pc:spChg chg="mod">
          <ac:chgData name="Marc Chabot" userId="edf1aaf37886921c" providerId="LiveId" clId="{36E35DCF-1E38-456E-8DB6-7BEB4E5406AC}" dt="2026-04-19T19:05:29.716" v="3693" actId="20577"/>
          <ac:spMkLst>
            <pc:docMk/>
            <pc:sldMk cId="3758581135" sldId="283"/>
            <ac:spMk id="2" creationId="{28C18B4A-F1D5-A73F-B313-BBA96BF03226}"/>
          </ac:spMkLst>
        </pc:spChg>
      </pc:sldChg>
      <pc:sldChg chg="modSp add mod modNotesTx">
        <pc:chgData name="Marc Chabot" userId="edf1aaf37886921c" providerId="LiveId" clId="{36E35DCF-1E38-456E-8DB6-7BEB4E5406AC}" dt="2026-04-19T19:51:15.400" v="4130" actId="20577"/>
        <pc:sldMkLst>
          <pc:docMk/>
          <pc:sldMk cId="1160297598" sldId="284"/>
        </pc:sldMkLst>
        <pc:spChg chg="mod">
          <ac:chgData name="Marc Chabot" userId="edf1aaf37886921c" providerId="LiveId" clId="{36E35DCF-1E38-456E-8DB6-7BEB4E5406AC}" dt="2026-04-19T19:05:46.736" v="3696" actId="20577"/>
          <ac:spMkLst>
            <pc:docMk/>
            <pc:sldMk cId="1160297598" sldId="284"/>
            <ac:spMk id="2" creationId="{7C96790D-3E4D-02B4-C7DC-BAB5E43EF24F}"/>
          </ac:spMkLst>
        </pc:spChg>
      </pc:sldChg>
      <pc:sldChg chg="modSp add mod">
        <pc:chgData name="Marc Chabot" userId="edf1aaf37886921c" providerId="LiveId" clId="{36E35DCF-1E38-456E-8DB6-7BEB4E5406AC}" dt="2026-04-19T19:05:53.693" v="3698" actId="20577"/>
        <pc:sldMkLst>
          <pc:docMk/>
          <pc:sldMk cId="112268066" sldId="285"/>
        </pc:sldMkLst>
        <pc:spChg chg="mod">
          <ac:chgData name="Marc Chabot" userId="edf1aaf37886921c" providerId="LiveId" clId="{36E35DCF-1E38-456E-8DB6-7BEB4E5406AC}" dt="2026-04-19T19:05:53.693" v="3698" actId="20577"/>
          <ac:spMkLst>
            <pc:docMk/>
            <pc:sldMk cId="112268066" sldId="285"/>
            <ac:spMk id="2" creationId="{26912C29-E65C-A431-2D3F-7D0AD32785D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F10835-20BD-40FC-8638-5D1D7A4232EC}" type="datetimeFigureOut">
              <a:rPr lang="en-US" smtClean="0"/>
              <a:t>4/25/2026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A8FE95-618B-4FB5-BE14-096E2FE806B3}" type="slidenum">
              <a:rPr lang="en-US" smtClean="0"/>
              <a:t>‹#›</a:t>
            </a:fld>
            <a:endParaRPr lang="en-US"/>
          </a:p>
        </p:txBody>
      </p:sp>
    </p:spTree>
    <p:extLst>
      <p:ext uri="{BB962C8B-B14F-4D97-AF65-F5344CB8AC3E}">
        <p14:creationId xmlns:p14="http://schemas.microsoft.com/office/powerpoint/2010/main" val="3834372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businesscentral.dynamics.com/3705b7c1-a1f0-461c-9692-0deedd973269/DirectionsNA/?company=CRONUS%20USA%2c%20Inc.&amp;bookmark=27_JAAAAACLAQAAAAJ7_1MALQBPAFIARAAxADAAMQAwADIAMQ&amp;page=42"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businesscentral.dynamics.com/3705b7c1-a1f0-461c-9692-0deedd973269/DirectionsNA/?company=CRONUS%20USA%2c%20Inc.&amp;bookmark=23_JAAAAACLAAAAAAJ7_1MALQBRAFUATwAxADAAMAAx&amp;page=41"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businesscentral.dynamics.com/3705b7c1-a1f0-461c-9692-0deedd973269/DirectionsNA/?company=CRONUS%20USA%2c%20Inc.&amp;bookmark=27_JAAAAACLAgAAAAJ7_1MALQBJAE4AVgAxADAAMgAxADkAOQ&amp;page=43"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businesscentral.dynamics.com/3705b7c1-a1f0-461c-9692-0deedd973269/DirectionsNA/?company=CRONUS%20USA%2c%20Inc.&amp;bookmark=15_EgAAAAJ7BTQAMAAwADAAMA&amp;page=21"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businesscentral.dynamics.com/3705b7c1-a1f0-461c-9692-0deedd973269/DirectionsNA/?company=CRONUS%20USA%2c%20Inc.&amp;bookmark=27_JAAAAACLAQAAAAJ7_1MALQBPAFIARAAxADAAMQAwADEAMA&amp;page=42"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businesscentral.dynamics.com/3705b7c1-a1f0-461c-9692-0deedd973269/DirectionsNA/?company=CRONUS%20USA%2c%20Inc.&amp;bookmark=23_JAAAAACLAAAAAAJ7_1MALQBRAFUATwAxADAAMAAx&amp;page=41"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Implementation can range from Agents that do huge elements of a task down to “sparkling automation”.</a:t>
            </a:r>
          </a:p>
        </p:txBody>
      </p:sp>
      <p:sp>
        <p:nvSpPr>
          <p:cNvPr id="4" name="Slide Number Placeholder 3"/>
          <p:cNvSpPr>
            <a:spLocks noGrp="1"/>
          </p:cNvSpPr>
          <p:nvPr>
            <p:ph type="sldNum" sz="quarter" idx="5"/>
          </p:nvPr>
        </p:nvSpPr>
        <p:spPr/>
        <p:txBody>
          <a:bodyPr/>
          <a:lstStyle/>
          <a:p>
            <a:fld id="{82A8FE95-618B-4FB5-BE14-096E2FE806B3}" type="slidenum">
              <a:rPr lang="en-US" smtClean="0"/>
              <a:t>4</a:t>
            </a:fld>
            <a:endParaRPr lang="en-US"/>
          </a:p>
        </p:txBody>
      </p:sp>
    </p:spTree>
    <p:extLst>
      <p:ext uri="{BB962C8B-B14F-4D97-AF65-F5344CB8AC3E}">
        <p14:creationId xmlns:p14="http://schemas.microsoft.com/office/powerpoint/2010/main" val="3589144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A8FE95-618B-4FB5-BE14-096E2FE806B3}" type="slidenum">
              <a:rPr lang="en-US" smtClean="0"/>
              <a:t>8</a:t>
            </a:fld>
            <a:endParaRPr lang="en-US"/>
          </a:p>
        </p:txBody>
      </p:sp>
    </p:spTree>
    <p:extLst>
      <p:ext uri="{BB962C8B-B14F-4D97-AF65-F5344CB8AC3E}">
        <p14:creationId xmlns:p14="http://schemas.microsoft.com/office/powerpoint/2010/main" val="1530846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A8FE95-618B-4FB5-BE14-096E2FE806B3}" type="slidenum">
              <a:rPr lang="en-US" smtClean="0"/>
              <a:t>11</a:t>
            </a:fld>
            <a:endParaRPr lang="en-US"/>
          </a:p>
        </p:txBody>
      </p:sp>
    </p:spTree>
    <p:extLst>
      <p:ext uri="{BB962C8B-B14F-4D97-AF65-F5344CB8AC3E}">
        <p14:creationId xmlns:p14="http://schemas.microsoft.com/office/powerpoint/2010/main" val="4088792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Cleanup</a:t>
            </a:r>
          </a:p>
          <a:p>
            <a:r>
              <a:rPr lang="en-US" dirty="0"/>
              <a:t>Resolution Summary</a:t>
            </a:r>
          </a:p>
        </p:txBody>
      </p:sp>
      <p:sp>
        <p:nvSpPr>
          <p:cNvPr id="4" name="Slide Number Placeholder 3"/>
          <p:cNvSpPr>
            <a:spLocks noGrp="1"/>
          </p:cNvSpPr>
          <p:nvPr>
            <p:ph type="sldNum" sz="quarter" idx="5"/>
          </p:nvPr>
        </p:nvSpPr>
        <p:spPr/>
        <p:txBody>
          <a:bodyPr/>
          <a:lstStyle/>
          <a:p>
            <a:fld id="{82A8FE95-618B-4FB5-BE14-096E2FE806B3}" type="slidenum">
              <a:rPr lang="en-US" smtClean="0"/>
              <a:t>12</a:t>
            </a:fld>
            <a:endParaRPr lang="en-US"/>
          </a:p>
        </p:txBody>
      </p:sp>
    </p:spTree>
    <p:extLst>
      <p:ext uri="{BB962C8B-B14F-4D97-AF65-F5344CB8AC3E}">
        <p14:creationId xmlns:p14="http://schemas.microsoft.com/office/powerpoint/2010/main" val="674907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 data = minimal token</a:t>
            </a:r>
          </a:p>
        </p:txBody>
      </p:sp>
      <p:sp>
        <p:nvSpPr>
          <p:cNvPr id="4" name="Slide Number Placeholder 3"/>
          <p:cNvSpPr>
            <a:spLocks noGrp="1"/>
          </p:cNvSpPr>
          <p:nvPr>
            <p:ph type="sldNum" sz="quarter" idx="5"/>
          </p:nvPr>
        </p:nvSpPr>
        <p:spPr/>
        <p:txBody>
          <a:bodyPr/>
          <a:lstStyle/>
          <a:p>
            <a:fld id="{82A8FE95-618B-4FB5-BE14-096E2FE806B3}" type="slidenum">
              <a:rPr lang="en-US" smtClean="0"/>
              <a:t>13</a:t>
            </a:fld>
            <a:endParaRPr lang="en-US"/>
          </a:p>
        </p:txBody>
      </p:sp>
    </p:spTree>
    <p:extLst>
      <p:ext uri="{BB962C8B-B14F-4D97-AF65-F5344CB8AC3E}">
        <p14:creationId xmlns:p14="http://schemas.microsoft.com/office/powerpoint/2010/main" val="2877620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Record</a:t>
            </a:r>
          </a:p>
          <a:p>
            <a:r>
              <a:rPr lang="en-US" dirty="0"/>
              <a:t>Generate Address for the Customer</a:t>
            </a:r>
          </a:p>
          <a:p>
            <a:endParaRPr lang="en-US" dirty="0"/>
          </a:p>
          <a:p>
            <a:r>
              <a:rPr lang="en-US" dirty="0"/>
              <a:t>Our new warehouse is at 1707 Main street. In Florida in the heart of Orlando.  The postal code is 32856.</a:t>
            </a:r>
          </a:p>
          <a:p>
            <a:endParaRPr lang="en-US" dirty="0"/>
          </a:p>
          <a:p>
            <a:r>
              <a:rPr lang="en-US" dirty="0"/>
              <a:t>ARDCopilotAddressCleanup.CodeUnit.al</a:t>
            </a:r>
          </a:p>
          <a:p>
            <a:r>
              <a:rPr lang="en-US" dirty="0"/>
              <a:t>ARDAddressPrompt.Page.al</a:t>
            </a:r>
          </a:p>
          <a:p>
            <a:r>
              <a:rPr lang="en-US" dirty="0"/>
              <a:t>ARDCustomerCard.PageExt.al</a:t>
            </a:r>
          </a:p>
        </p:txBody>
      </p:sp>
      <p:sp>
        <p:nvSpPr>
          <p:cNvPr id="4" name="Slide Number Placeholder 3"/>
          <p:cNvSpPr>
            <a:spLocks noGrp="1"/>
          </p:cNvSpPr>
          <p:nvPr>
            <p:ph type="sldNum" sz="quarter" idx="5"/>
          </p:nvPr>
        </p:nvSpPr>
        <p:spPr/>
        <p:txBody>
          <a:bodyPr/>
          <a:lstStyle/>
          <a:p>
            <a:fld id="{82A8FE95-618B-4FB5-BE14-096E2FE806B3}" type="slidenum">
              <a:rPr lang="en-US" smtClean="0"/>
              <a:t>14</a:t>
            </a:fld>
            <a:endParaRPr lang="en-US"/>
          </a:p>
        </p:txBody>
      </p:sp>
    </p:spTree>
    <p:extLst>
      <p:ext uri="{BB962C8B-B14F-4D97-AF65-F5344CB8AC3E}">
        <p14:creationId xmlns:p14="http://schemas.microsoft.com/office/powerpoint/2010/main" val="38829338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Item Recommendations</a:t>
            </a:r>
          </a:p>
          <a:p>
            <a:r>
              <a:rPr lang="en-US" dirty="0"/>
              <a:t>Copilot Resolution Summary</a:t>
            </a:r>
          </a:p>
          <a:p>
            <a:r>
              <a:rPr lang="en-US" dirty="0"/>
              <a:t>Copilot Reminder Generator</a:t>
            </a:r>
          </a:p>
        </p:txBody>
      </p:sp>
      <p:sp>
        <p:nvSpPr>
          <p:cNvPr id="4" name="Slide Number Placeholder 3"/>
          <p:cNvSpPr>
            <a:spLocks noGrp="1"/>
          </p:cNvSpPr>
          <p:nvPr>
            <p:ph type="sldNum" sz="quarter" idx="5"/>
          </p:nvPr>
        </p:nvSpPr>
        <p:spPr/>
        <p:txBody>
          <a:bodyPr/>
          <a:lstStyle/>
          <a:p>
            <a:fld id="{82A8FE95-618B-4FB5-BE14-096E2FE806B3}" type="slidenum">
              <a:rPr lang="en-US" smtClean="0"/>
              <a:t>16</a:t>
            </a:fld>
            <a:endParaRPr lang="en-US"/>
          </a:p>
        </p:txBody>
      </p:sp>
    </p:spTree>
    <p:extLst>
      <p:ext uri="{BB962C8B-B14F-4D97-AF65-F5344CB8AC3E}">
        <p14:creationId xmlns:p14="http://schemas.microsoft.com/office/powerpoint/2010/main" val="1733803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A2AA1-1486-0C64-F52F-5DE9FC8DE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A05BA-2552-8FF6-AC12-92D6BC2A8B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37FE30-4A38-B930-FAEA-D5E6BEA75A64}"/>
              </a:ext>
            </a:extLst>
          </p:cNvPr>
          <p:cNvSpPr>
            <a:spLocks noGrp="1"/>
          </p:cNvSpPr>
          <p:nvPr>
            <p:ph type="body" idx="1"/>
          </p:nvPr>
        </p:nvSpPr>
        <p:spPr/>
        <p:txBody>
          <a:bodyPr/>
          <a:lstStyle/>
          <a:p>
            <a:r>
              <a:rPr lang="en-US" dirty="0"/>
              <a:t>Sales Order: S-OLRD101021</a:t>
            </a:r>
          </a:p>
          <a:p>
            <a:r>
              <a:rPr lang="en-US" sz="1200" kern="1200" dirty="0">
                <a:solidFill>
                  <a:schemeClr val="tx1"/>
                </a:solidFill>
                <a:effectLst/>
                <a:latin typeface="+mn-lt"/>
                <a:ea typeface="+mn-ea"/>
                <a:cs typeface="+mn-cs"/>
                <a:hlinkClick r:id="rId3"/>
              </a:rPr>
              <a:t>Sales Order - S-ORD101021 ∙ Trey Research</a:t>
            </a:r>
            <a:endParaRPr lang="en-US" dirty="0"/>
          </a:p>
          <a:p>
            <a:endParaRPr lang="en-US" dirty="0"/>
          </a:p>
          <a:p>
            <a:r>
              <a:rPr lang="en-US" dirty="0"/>
              <a:t>Clearly a Coffee Lover, coffee related items on the order.</a:t>
            </a:r>
          </a:p>
          <a:p>
            <a:endParaRPr lang="en-US" dirty="0"/>
          </a:p>
          <a:p>
            <a:r>
              <a:rPr lang="en-US" dirty="0"/>
              <a:t>AI doesn’t need to know the entire item list, we don’t need to index it, or process it. Standard BC Search is powerful enough, if we can use AI to extract the keywords.</a:t>
            </a:r>
          </a:p>
          <a:p>
            <a:endParaRPr lang="en-US" dirty="0"/>
          </a:p>
          <a:p>
            <a:r>
              <a:rPr lang="en-US" dirty="0"/>
              <a:t>ARDCopilotItemRecommendations.CodeUnit.al</a:t>
            </a:r>
          </a:p>
          <a:p>
            <a:r>
              <a:rPr lang="en-US" dirty="0"/>
              <a:t>ARDSalesOrder.PageExt.al – Note the word restriction keeping Tokens in check. If the list if getting longer than this, then there is limited commonality for a recommendation.</a:t>
            </a:r>
          </a:p>
          <a:p>
            <a:endParaRPr lang="en-US" dirty="0"/>
          </a:p>
        </p:txBody>
      </p:sp>
      <p:sp>
        <p:nvSpPr>
          <p:cNvPr id="4" name="Slide Number Placeholder 3">
            <a:extLst>
              <a:ext uri="{FF2B5EF4-FFF2-40B4-BE49-F238E27FC236}">
                <a16:creationId xmlns:a16="http://schemas.microsoft.com/office/drawing/2014/main" id="{149DE9B5-9660-5980-5EF4-9EEE55E1BBA1}"/>
              </a:ext>
            </a:extLst>
          </p:cNvPr>
          <p:cNvSpPr>
            <a:spLocks noGrp="1"/>
          </p:cNvSpPr>
          <p:nvPr>
            <p:ph type="sldNum" sz="quarter" idx="5"/>
          </p:nvPr>
        </p:nvSpPr>
        <p:spPr/>
        <p:txBody>
          <a:bodyPr/>
          <a:lstStyle/>
          <a:p>
            <a:fld id="{82A8FE95-618B-4FB5-BE14-096E2FE806B3}" type="slidenum">
              <a:rPr lang="en-US" smtClean="0"/>
              <a:t>17</a:t>
            </a:fld>
            <a:endParaRPr lang="en-US"/>
          </a:p>
        </p:txBody>
      </p:sp>
    </p:spTree>
    <p:extLst>
      <p:ext uri="{BB962C8B-B14F-4D97-AF65-F5344CB8AC3E}">
        <p14:creationId xmlns:p14="http://schemas.microsoft.com/office/powerpoint/2010/main" val="4206396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Had a system that would always enter the address, but we wanted to be able to tie it to previously used address data.</a:t>
            </a:r>
          </a:p>
        </p:txBody>
      </p:sp>
      <p:sp>
        <p:nvSpPr>
          <p:cNvPr id="4" name="Slide Number Placeholder 3"/>
          <p:cNvSpPr>
            <a:spLocks noGrp="1"/>
          </p:cNvSpPr>
          <p:nvPr>
            <p:ph type="sldNum" sz="quarter" idx="5"/>
          </p:nvPr>
        </p:nvSpPr>
        <p:spPr/>
        <p:txBody>
          <a:bodyPr/>
          <a:lstStyle/>
          <a:p>
            <a:fld id="{82A8FE95-618B-4FB5-BE14-096E2FE806B3}" type="slidenum">
              <a:rPr lang="en-US" smtClean="0"/>
              <a:t>18</a:t>
            </a:fld>
            <a:endParaRPr lang="en-US"/>
          </a:p>
        </p:txBody>
      </p:sp>
    </p:spTree>
    <p:extLst>
      <p:ext uri="{BB962C8B-B14F-4D97-AF65-F5344CB8AC3E}">
        <p14:creationId xmlns:p14="http://schemas.microsoft.com/office/powerpoint/2010/main" val="2509355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85217-D5B7-689B-AE10-84D488A8FB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C13257-0F6A-D423-455A-EFABD23A5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87914F-3FAD-64E6-8573-01BDBD5A8C74}"/>
              </a:ext>
            </a:extLst>
          </p:cNvPr>
          <p:cNvSpPr>
            <a:spLocks noGrp="1"/>
          </p:cNvSpPr>
          <p:nvPr>
            <p:ph type="body" idx="1"/>
          </p:nvPr>
        </p:nvSpPr>
        <p:spPr/>
        <p:txBody>
          <a:bodyPr/>
          <a:lstStyle/>
          <a:p>
            <a:r>
              <a:rPr lang="en-US" dirty="0"/>
              <a:t>Address Match Finder</a:t>
            </a:r>
          </a:p>
          <a:p>
            <a:r>
              <a:rPr lang="en-US" dirty="0"/>
              <a:t>BC Copilot Campaign Manager</a:t>
            </a:r>
          </a:p>
        </p:txBody>
      </p:sp>
      <p:sp>
        <p:nvSpPr>
          <p:cNvPr id="4" name="Slide Number Placeholder 3">
            <a:extLst>
              <a:ext uri="{FF2B5EF4-FFF2-40B4-BE49-F238E27FC236}">
                <a16:creationId xmlns:a16="http://schemas.microsoft.com/office/drawing/2014/main" id="{DD0AA457-85A1-6CF2-0A76-B321E0C96C45}"/>
              </a:ext>
            </a:extLst>
          </p:cNvPr>
          <p:cNvSpPr>
            <a:spLocks noGrp="1"/>
          </p:cNvSpPr>
          <p:nvPr>
            <p:ph type="sldNum" sz="quarter" idx="5"/>
          </p:nvPr>
        </p:nvSpPr>
        <p:spPr/>
        <p:txBody>
          <a:bodyPr/>
          <a:lstStyle/>
          <a:p>
            <a:fld id="{82A8FE95-618B-4FB5-BE14-096E2FE806B3}" type="slidenum">
              <a:rPr lang="en-US" smtClean="0"/>
              <a:t>19</a:t>
            </a:fld>
            <a:endParaRPr lang="en-US"/>
          </a:p>
        </p:txBody>
      </p:sp>
    </p:spTree>
    <p:extLst>
      <p:ext uri="{BB962C8B-B14F-4D97-AF65-F5344CB8AC3E}">
        <p14:creationId xmlns:p14="http://schemas.microsoft.com/office/powerpoint/2010/main" val="843715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4636-BEEE-E00D-E8AE-256D427FA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F239EE-9912-802F-6C69-97D76EC57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13EE4-E5E7-E850-CFAD-AE24E6A2AE98}"/>
              </a:ext>
            </a:extLst>
          </p:cNvPr>
          <p:cNvSpPr>
            <a:spLocks noGrp="1"/>
          </p:cNvSpPr>
          <p:nvPr>
            <p:ph type="body" idx="1"/>
          </p:nvPr>
        </p:nvSpPr>
        <p:spPr/>
        <p:txBody>
          <a:bodyPr/>
          <a:lstStyle/>
          <a:p>
            <a:r>
              <a:rPr lang="en-US" sz="1200" kern="1200" dirty="0">
                <a:solidFill>
                  <a:schemeClr val="tx1"/>
                </a:solidFill>
                <a:effectLst/>
                <a:latin typeface="+mn-lt"/>
                <a:ea typeface="+mn-ea"/>
                <a:cs typeface="+mn-cs"/>
                <a:hlinkClick r:id="rId3"/>
              </a:rPr>
              <a:t>Sales Quote - S-QUO1001 ∙ Trey Research</a:t>
            </a:r>
            <a:endParaRPr lang="en-US" sz="1200" kern="1200" dirty="0">
              <a:solidFill>
                <a:schemeClr val="tx1"/>
              </a:solidFill>
              <a:effectLst/>
              <a:latin typeface="+mn-lt"/>
              <a:ea typeface="+mn-ea"/>
              <a:cs typeface="+mn-cs"/>
            </a:endParaRPr>
          </a:p>
          <a:p>
            <a:endParaRPr lang="en-US" dirty="0"/>
          </a:p>
          <a:p>
            <a:r>
              <a:rPr lang="en-US" dirty="0"/>
              <a:t>Clearly a Coffee Lover, coffee related items on the order.</a:t>
            </a:r>
          </a:p>
          <a:p>
            <a:endParaRPr lang="en-US" dirty="0"/>
          </a:p>
          <a:p>
            <a:r>
              <a:rPr lang="en-US" dirty="0"/>
              <a:t>AI doesn’t need to know the entire item list, we don’t need to index it, or process it. Standard BC Search is powerful enough, if we can use AI to extract the keywords.</a:t>
            </a:r>
          </a:p>
          <a:p>
            <a:endParaRPr lang="en-US" dirty="0"/>
          </a:p>
          <a:p>
            <a:r>
              <a:rPr lang="en-US" dirty="0"/>
              <a:t>ARDAddressMatchFinder.CodeUnit.al</a:t>
            </a:r>
          </a:p>
          <a:p>
            <a:r>
              <a:rPr lang="en-US" dirty="0"/>
              <a:t>ARDSalesOrder.PageExt.al</a:t>
            </a:r>
          </a:p>
        </p:txBody>
      </p:sp>
      <p:sp>
        <p:nvSpPr>
          <p:cNvPr id="4" name="Slide Number Placeholder 3">
            <a:extLst>
              <a:ext uri="{FF2B5EF4-FFF2-40B4-BE49-F238E27FC236}">
                <a16:creationId xmlns:a16="http://schemas.microsoft.com/office/drawing/2014/main" id="{5CE488AE-06E2-F8B1-0010-44DF2480B8C9}"/>
              </a:ext>
            </a:extLst>
          </p:cNvPr>
          <p:cNvSpPr>
            <a:spLocks noGrp="1"/>
          </p:cNvSpPr>
          <p:nvPr>
            <p:ph type="sldNum" sz="quarter" idx="5"/>
          </p:nvPr>
        </p:nvSpPr>
        <p:spPr/>
        <p:txBody>
          <a:bodyPr/>
          <a:lstStyle/>
          <a:p>
            <a:fld id="{82A8FE95-618B-4FB5-BE14-096E2FE806B3}" type="slidenum">
              <a:rPr lang="en-US" smtClean="0"/>
              <a:t>20</a:t>
            </a:fld>
            <a:endParaRPr lang="en-US"/>
          </a:p>
        </p:txBody>
      </p:sp>
    </p:spTree>
    <p:extLst>
      <p:ext uri="{BB962C8B-B14F-4D97-AF65-F5344CB8AC3E}">
        <p14:creationId xmlns:p14="http://schemas.microsoft.com/office/powerpoint/2010/main" val="3491609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able to create a reminder or take user input and make it customer facing.</a:t>
            </a:r>
          </a:p>
        </p:txBody>
      </p:sp>
      <p:sp>
        <p:nvSpPr>
          <p:cNvPr id="4" name="Slide Number Placeholder 3"/>
          <p:cNvSpPr>
            <a:spLocks noGrp="1"/>
          </p:cNvSpPr>
          <p:nvPr>
            <p:ph type="sldNum" sz="quarter" idx="5"/>
          </p:nvPr>
        </p:nvSpPr>
        <p:spPr/>
        <p:txBody>
          <a:bodyPr/>
          <a:lstStyle/>
          <a:p>
            <a:fld id="{82A8FE95-618B-4FB5-BE14-096E2FE806B3}" type="slidenum">
              <a:rPr lang="en-US" smtClean="0"/>
              <a:t>21</a:t>
            </a:fld>
            <a:endParaRPr lang="en-US"/>
          </a:p>
        </p:txBody>
      </p:sp>
    </p:spTree>
    <p:extLst>
      <p:ext uri="{BB962C8B-B14F-4D97-AF65-F5344CB8AC3E}">
        <p14:creationId xmlns:p14="http://schemas.microsoft.com/office/powerpoint/2010/main" val="38984763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2F781-0300-70F8-BFFC-8DD5D2C83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06292-0657-F76E-6163-5E992525F7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1A7BB0-103D-65D4-E6A5-7FADD3058C71}"/>
              </a:ext>
            </a:extLst>
          </p:cNvPr>
          <p:cNvSpPr>
            <a:spLocks noGrp="1"/>
          </p:cNvSpPr>
          <p:nvPr>
            <p:ph type="body" idx="1"/>
          </p:nvPr>
        </p:nvSpPr>
        <p:spPr/>
        <p:txBody>
          <a:bodyPr/>
          <a:lstStyle/>
          <a:p>
            <a:r>
              <a:rPr lang="en-US" dirty="0"/>
              <a:t>Address Match Finder</a:t>
            </a:r>
          </a:p>
          <a:p>
            <a:r>
              <a:rPr lang="en-US" dirty="0"/>
              <a:t>BC Copilot Campaign Manager</a:t>
            </a:r>
          </a:p>
        </p:txBody>
      </p:sp>
      <p:sp>
        <p:nvSpPr>
          <p:cNvPr id="4" name="Slide Number Placeholder 3">
            <a:extLst>
              <a:ext uri="{FF2B5EF4-FFF2-40B4-BE49-F238E27FC236}">
                <a16:creationId xmlns:a16="http://schemas.microsoft.com/office/drawing/2014/main" id="{DE5ADB7E-0F33-E2C7-2A36-C84410FA7301}"/>
              </a:ext>
            </a:extLst>
          </p:cNvPr>
          <p:cNvSpPr>
            <a:spLocks noGrp="1"/>
          </p:cNvSpPr>
          <p:nvPr>
            <p:ph type="sldNum" sz="quarter" idx="5"/>
          </p:nvPr>
        </p:nvSpPr>
        <p:spPr/>
        <p:txBody>
          <a:bodyPr/>
          <a:lstStyle/>
          <a:p>
            <a:fld id="{82A8FE95-618B-4FB5-BE14-096E2FE806B3}" type="slidenum">
              <a:rPr lang="en-US" smtClean="0"/>
              <a:t>22</a:t>
            </a:fld>
            <a:endParaRPr lang="en-US"/>
          </a:p>
        </p:txBody>
      </p:sp>
    </p:spTree>
    <p:extLst>
      <p:ext uri="{BB962C8B-B14F-4D97-AF65-F5344CB8AC3E}">
        <p14:creationId xmlns:p14="http://schemas.microsoft.com/office/powerpoint/2010/main" val="7622757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16B7B-61BC-548C-6EBF-1C4F22881A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75B66-9D53-8373-C674-05214E3664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3719DD-A495-99C7-4EF6-3FE5E42ACB83}"/>
              </a:ext>
            </a:extLst>
          </p:cNvPr>
          <p:cNvSpPr>
            <a:spLocks noGrp="1"/>
          </p:cNvSpPr>
          <p:nvPr>
            <p:ph type="body" idx="1"/>
          </p:nvPr>
        </p:nvSpPr>
        <p:spPr/>
        <p:txBody>
          <a:bodyPr/>
          <a:lstStyle/>
          <a:p>
            <a:r>
              <a:rPr lang="en-US" sz="1200" kern="1200" dirty="0">
                <a:solidFill>
                  <a:schemeClr val="tx1"/>
                </a:solidFill>
                <a:effectLst/>
                <a:latin typeface="+mn-lt"/>
                <a:ea typeface="+mn-ea"/>
                <a:cs typeface="+mn-cs"/>
                <a:hlinkClick r:id="rId3"/>
              </a:rPr>
              <a:t>Sales Invoice - S-INV102199 ∙ </a:t>
            </a:r>
            <a:r>
              <a:rPr lang="en-US" sz="1200" kern="1200" dirty="0" err="1">
                <a:solidFill>
                  <a:schemeClr val="tx1"/>
                </a:solidFill>
                <a:effectLst/>
                <a:latin typeface="+mn-lt"/>
                <a:ea typeface="+mn-ea"/>
                <a:cs typeface="+mn-cs"/>
                <a:hlinkClick r:id="rId3"/>
              </a:rPr>
              <a:t>Adatum</a:t>
            </a:r>
            <a:r>
              <a:rPr lang="en-US" sz="1200" kern="1200" dirty="0">
                <a:solidFill>
                  <a:schemeClr val="tx1"/>
                </a:solidFill>
                <a:effectLst/>
                <a:latin typeface="+mn-lt"/>
                <a:ea typeface="+mn-ea"/>
                <a:cs typeface="+mn-cs"/>
                <a:hlinkClick r:id="rId3"/>
              </a:rPr>
              <a:t> Corporation</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hlinkClick r:id="rId4"/>
              </a:rPr>
              <a:t>Customer Card - 40000 ∙ Alpine Ski House</a:t>
            </a:r>
            <a:endParaRPr lang="en-US" dirty="0"/>
          </a:p>
        </p:txBody>
      </p:sp>
      <p:sp>
        <p:nvSpPr>
          <p:cNvPr id="4" name="Slide Number Placeholder 3">
            <a:extLst>
              <a:ext uri="{FF2B5EF4-FFF2-40B4-BE49-F238E27FC236}">
                <a16:creationId xmlns:a16="http://schemas.microsoft.com/office/drawing/2014/main" id="{135D4F05-6D57-5080-36D8-4D9631A2799E}"/>
              </a:ext>
            </a:extLst>
          </p:cNvPr>
          <p:cNvSpPr>
            <a:spLocks noGrp="1"/>
          </p:cNvSpPr>
          <p:nvPr>
            <p:ph type="sldNum" sz="quarter" idx="5"/>
          </p:nvPr>
        </p:nvSpPr>
        <p:spPr/>
        <p:txBody>
          <a:bodyPr/>
          <a:lstStyle/>
          <a:p>
            <a:fld id="{82A8FE95-618B-4FB5-BE14-096E2FE806B3}" type="slidenum">
              <a:rPr lang="en-US" smtClean="0"/>
              <a:t>23</a:t>
            </a:fld>
            <a:endParaRPr lang="en-US"/>
          </a:p>
        </p:txBody>
      </p:sp>
    </p:spTree>
    <p:extLst>
      <p:ext uri="{BB962C8B-B14F-4D97-AF65-F5344CB8AC3E}">
        <p14:creationId xmlns:p14="http://schemas.microsoft.com/office/powerpoint/2010/main" val="5057740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Match Finder</a:t>
            </a:r>
          </a:p>
          <a:p>
            <a:r>
              <a:rPr lang="en-US" dirty="0"/>
              <a:t>BC Copilot Campaign Manager</a:t>
            </a:r>
          </a:p>
        </p:txBody>
      </p:sp>
      <p:sp>
        <p:nvSpPr>
          <p:cNvPr id="4" name="Slide Number Placeholder 3"/>
          <p:cNvSpPr>
            <a:spLocks noGrp="1"/>
          </p:cNvSpPr>
          <p:nvPr>
            <p:ph type="sldNum" sz="quarter" idx="5"/>
          </p:nvPr>
        </p:nvSpPr>
        <p:spPr/>
        <p:txBody>
          <a:bodyPr/>
          <a:lstStyle/>
          <a:p>
            <a:fld id="{82A8FE95-618B-4FB5-BE14-096E2FE806B3}" type="slidenum">
              <a:rPr lang="en-US" smtClean="0"/>
              <a:t>25</a:t>
            </a:fld>
            <a:endParaRPr lang="en-US"/>
          </a:p>
        </p:txBody>
      </p:sp>
    </p:spTree>
    <p:extLst>
      <p:ext uri="{BB962C8B-B14F-4D97-AF65-F5344CB8AC3E}">
        <p14:creationId xmlns:p14="http://schemas.microsoft.com/office/powerpoint/2010/main" val="963816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E55E5-E9F6-D41B-57A7-4E8C5E438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49EE8-5C44-BCF9-542F-B51572561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0CD283-8FB4-125E-6B93-12F4B77C3355}"/>
              </a:ext>
            </a:extLst>
          </p:cNvPr>
          <p:cNvSpPr>
            <a:spLocks noGrp="1"/>
          </p:cNvSpPr>
          <p:nvPr>
            <p:ph type="body" idx="1"/>
          </p:nvPr>
        </p:nvSpPr>
        <p:spPr/>
        <p:txBody>
          <a:bodyPr/>
          <a:lstStyle/>
          <a:p>
            <a:r>
              <a:rPr lang="en-US" sz="1200" kern="1200" dirty="0">
                <a:solidFill>
                  <a:schemeClr val="tx1"/>
                </a:solidFill>
                <a:effectLst/>
                <a:latin typeface="+mn-lt"/>
                <a:ea typeface="+mn-ea"/>
                <a:cs typeface="+mn-cs"/>
                <a:hlinkClick r:id="rId3"/>
              </a:rPr>
              <a:t>Sales Order - S-ORD101010 ∙ </a:t>
            </a:r>
            <a:r>
              <a:rPr lang="en-US" sz="1200" kern="1200" dirty="0" err="1">
                <a:solidFill>
                  <a:schemeClr val="tx1"/>
                </a:solidFill>
                <a:effectLst/>
                <a:latin typeface="+mn-lt"/>
                <a:ea typeface="+mn-ea"/>
                <a:cs typeface="+mn-cs"/>
                <a:hlinkClick r:id="rId3"/>
              </a:rPr>
              <a:t>Adatum</a:t>
            </a:r>
            <a:r>
              <a:rPr lang="en-US" sz="1200" kern="1200" dirty="0">
                <a:solidFill>
                  <a:schemeClr val="tx1"/>
                </a:solidFill>
                <a:effectLst/>
                <a:latin typeface="+mn-lt"/>
                <a:ea typeface="+mn-ea"/>
                <a:cs typeface="+mn-cs"/>
                <a:hlinkClick r:id="rId3"/>
              </a:rPr>
              <a:t> Corporation</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Create a campaign</a:t>
            </a:r>
          </a:p>
          <a:p>
            <a:r>
              <a:rPr lang="en-US" sz="1200" kern="1200" dirty="0">
                <a:solidFill>
                  <a:schemeClr val="tx1"/>
                </a:solidFill>
                <a:effectLst/>
                <a:latin typeface="+mn-lt"/>
                <a:ea typeface="+mn-ea"/>
                <a:cs typeface="+mn-cs"/>
              </a:rPr>
              <a:t>AI 1 Search out details</a:t>
            </a:r>
          </a:p>
          <a:p>
            <a:r>
              <a:rPr lang="en-US" sz="1200" kern="1200" dirty="0">
                <a:solidFill>
                  <a:schemeClr val="tx1"/>
                </a:solidFill>
                <a:effectLst/>
                <a:latin typeface="+mn-lt"/>
                <a:ea typeface="+mn-ea"/>
                <a:cs typeface="+mn-cs"/>
              </a:rPr>
              <a:t>AI 2 Format data for BC Processing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Find for me regions where bear attacks might happen when camping.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Create a system where the data is then used by BC AL code for “free” processing.</a:t>
            </a:r>
            <a:endParaRPr lang="en-US" dirty="0"/>
          </a:p>
        </p:txBody>
      </p:sp>
      <p:sp>
        <p:nvSpPr>
          <p:cNvPr id="4" name="Slide Number Placeholder 3">
            <a:extLst>
              <a:ext uri="{FF2B5EF4-FFF2-40B4-BE49-F238E27FC236}">
                <a16:creationId xmlns:a16="http://schemas.microsoft.com/office/drawing/2014/main" id="{8F039ADE-9792-85D6-D5BB-012EC80BDEB1}"/>
              </a:ext>
            </a:extLst>
          </p:cNvPr>
          <p:cNvSpPr>
            <a:spLocks noGrp="1"/>
          </p:cNvSpPr>
          <p:nvPr>
            <p:ph type="sldNum" sz="quarter" idx="5"/>
          </p:nvPr>
        </p:nvSpPr>
        <p:spPr/>
        <p:txBody>
          <a:bodyPr/>
          <a:lstStyle/>
          <a:p>
            <a:fld id="{82A8FE95-618B-4FB5-BE14-096E2FE806B3}" type="slidenum">
              <a:rPr lang="en-US" smtClean="0"/>
              <a:t>26</a:t>
            </a:fld>
            <a:endParaRPr lang="en-US"/>
          </a:p>
        </p:txBody>
      </p:sp>
    </p:spTree>
    <p:extLst>
      <p:ext uri="{BB962C8B-B14F-4D97-AF65-F5344CB8AC3E}">
        <p14:creationId xmlns:p14="http://schemas.microsoft.com/office/powerpoint/2010/main" val="8147973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B80B5-D083-19EB-6F25-54A6F38E81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F55D7-D69B-78F8-8BD9-0FB543C253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1AA9C-05B1-8737-1ED3-F3D6561B7018}"/>
              </a:ext>
            </a:extLst>
          </p:cNvPr>
          <p:cNvSpPr>
            <a:spLocks noGrp="1"/>
          </p:cNvSpPr>
          <p:nvPr>
            <p:ph type="body" idx="1"/>
          </p:nvPr>
        </p:nvSpPr>
        <p:spPr/>
        <p:txBody>
          <a:bodyPr/>
          <a:lstStyle/>
          <a:p>
            <a:r>
              <a:rPr lang="en-US" sz="1200" kern="1200" dirty="0">
                <a:solidFill>
                  <a:schemeClr val="tx1"/>
                </a:solidFill>
                <a:effectLst/>
                <a:latin typeface="+mn-lt"/>
                <a:ea typeface="+mn-ea"/>
                <a:cs typeface="+mn-cs"/>
                <a:hlinkClick r:id="rId3"/>
              </a:rPr>
              <a:t>Sales Quote - S-QUO1001 ∙ Trey Research</a:t>
            </a:r>
            <a:endParaRPr lang="en-US" sz="1200" kern="1200" dirty="0">
              <a:solidFill>
                <a:schemeClr val="tx1"/>
              </a:solidFill>
              <a:effectLst/>
              <a:latin typeface="+mn-lt"/>
              <a:ea typeface="+mn-ea"/>
              <a:cs typeface="+mn-cs"/>
            </a:endParaRPr>
          </a:p>
          <a:p>
            <a:endParaRPr lang="en-US" dirty="0"/>
          </a:p>
          <a:p>
            <a:r>
              <a:rPr lang="en-US" dirty="0"/>
              <a:t>Clearly a Coffee Lover, coffee related items on the order.</a:t>
            </a:r>
          </a:p>
          <a:p>
            <a:endParaRPr lang="en-US" dirty="0"/>
          </a:p>
          <a:p>
            <a:r>
              <a:rPr lang="en-US" dirty="0"/>
              <a:t>AI doesn’t need to know the entire item list, we don’t need to index it, or process it. Standard BC Search is powerful enough, if we can use AI to extract the keywords.</a:t>
            </a:r>
          </a:p>
          <a:p>
            <a:endParaRPr lang="en-US" dirty="0"/>
          </a:p>
          <a:p>
            <a:r>
              <a:rPr lang="en-US" dirty="0"/>
              <a:t>ARDAddressMatchFinder.CodeUnit.al</a:t>
            </a:r>
          </a:p>
          <a:p>
            <a:r>
              <a:rPr lang="en-US" dirty="0"/>
              <a:t>ARDSalesOrder.PageExt.al</a:t>
            </a:r>
          </a:p>
        </p:txBody>
      </p:sp>
      <p:sp>
        <p:nvSpPr>
          <p:cNvPr id="4" name="Slide Number Placeholder 3">
            <a:extLst>
              <a:ext uri="{FF2B5EF4-FFF2-40B4-BE49-F238E27FC236}">
                <a16:creationId xmlns:a16="http://schemas.microsoft.com/office/drawing/2014/main" id="{02BBF9D2-BD6E-6658-2E46-E6589871AF62}"/>
              </a:ext>
            </a:extLst>
          </p:cNvPr>
          <p:cNvSpPr>
            <a:spLocks noGrp="1"/>
          </p:cNvSpPr>
          <p:nvPr>
            <p:ph type="sldNum" sz="quarter" idx="5"/>
          </p:nvPr>
        </p:nvSpPr>
        <p:spPr/>
        <p:txBody>
          <a:bodyPr/>
          <a:lstStyle/>
          <a:p>
            <a:fld id="{82A8FE95-618B-4FB5-BE14-096E2FE806B3}" type="slidenum">
              <a:rPr lang="en-US" smtClean="0"/>
              <a:t>29</a:t>
            </a:fld>
            <a:endParaRPr lang="en-US"/>
          </a:p>
        </p:txBody>
      </p:sp>
    </p:spTree>
    <p:extLst>
      <p:ext uri="{BB962C8B-B14F-4D97-AF65-F5344CB8AC3E}">
        <p14:creationId xmlns:p14="http://schemas.microsoft.com/office/powerpoint/2010/main" val="36144792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54B94-F860-D28A-EB9E-CB2EDFB9CE43}"/>
              </a:ext>
            </a:extLst>
          </p:cNvPr>
          <p:cNvSpPr>
            <a:spLocks noGrp="1"/>
          </p:cNvSpPr>
          <p:nvPr>
            <p:ph type="ctrTitle"/>
          </p:nvPr>
        </p:nvSpPr>
        <p:spPr>
          <a:xfrm>
            <a:off x="256031" y="1124711"/>
            <a:ext cx="11705309" cy="2205188"/>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627E74F-102D-9764-F226-71CEB999599E}"/>
              </a:ext>
            </a:extLst>
          </p:cNvPr>
          <p:cNvSpPr>
            <a:spLocks noGrp="1"/>
          </p:cNvSpPr>
          <p:nvPr>
            <p:ph type="subTitle" idx="1"/>
          </p:nvPr>
        </p:nvSpPr>
        <p:spPr>
          <a:xfrm>
            <a:off x="256031" y="3429000"/>
            <a:ext cx="11705309" cy="240338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75472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7AE36-AA13-0BE1-FD85-A0BC9AD1CF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14D94E-F780-AB52-177F-EC3A24F4D7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803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39EB671-A1FF-B967-E92E-5FD6AB05C967}"/>
              </a:ext>
            </a:extLst>
          </p:cNvPr>
          <p:cNvSpPr>
            <a:spLocks noGrp="1"/>
          </p:cNvSpPr>
          <p:nvPr>
            <p:ph type="ctrTitle"/>
          </p:nvPr>
        </p:nvSpPr>
        <p:spPr>
          <a:xfrm>
            <a:off x="256031" y="1124711"/>
            <a:ext cx="11705309" cy="2205188"/>
          </a:xfrm>
        </p:spPr>
        <p:txBody>
          <a:bodyPr anchor="b"/>
          <a:lstStyle>
            <a:lvl1pPr algn="ctr">
              <a:defRPr sz="6000"/>
            </a:lvl1pPr>
          </a:lstStyle>
          <a:p>
            <a:r>
              <a:rPr lang="en-US"/>
              <a:t>Click to edit Master title style</a:t>
            </a:r>
            <a:endParaRPr lang="en-US" dirty="0"/>
          </a:p>
        </p:txBody>
      </p:sp>
      <p:sp>
        <p:nvSpPr>
          <p:cNvPr id="7" name="Subtitle 2">
            <a:extLst>
              <a:ext uri="{FF2B5EF4-FFF2-40B4-BE49-F238E27FC236}">
                <a16:creationId xmlns:a16="http://schemas.microsoft.com/office/drawing/2014/main" id="{6B0B3EA8-C77D-17C4-F321-ED64D7A85E4C}"/>
              </a:ext>
            </a:extLst>
          </p:cNvPr>
          <p:cNvSpPr>
            <a:spLocks noGrp="1"/>
          </p:cNvSpPr>
          <p:nvPr>
            <p:ph type="subTitle" idx="1"/>
          </p:nvPr>
        </p:nvSpPr>
        <p:spPr>
          <a:xfrm>
            <a:off x="256031" y="3429000"/>
            <a:ext cx="11705309" cy="240338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86479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E319-AF6D-F24E-1F5E-F6C593D085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D21D92-3D10-6C26-7901-01D8F3388C34}"/>
              </a:ext>
            </a:extLst>
          </p:cNvPr>
          <p:cNvSpPr>
            <a:spLocks noGrp="1"/>
          </p:cNvSpPr>
          <p:nvPr>
            <p:ph sz="half" idx="1"/>
          </p:nvPr>
        </p:nvSpPr>
        <p:spPr>
          <a:xfrm>
            <a:off x="259492" y="1825625"/>
            <a:ext cx="5760308" cy="40191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E9B6AEB-24D3-F41E-A298-C35F0AB6B2A5}"/>
              </a:ext>
            </a:extLst>
          </p:cNvPr>
          <p:cNvSpPr>
            <a:spLocks noGrp="1"/>
          </p:cNvSpPr>
          <p:nvPr>
            <p:ph sz="half" idx="2"/>
          </p:nvPr>
        </p:nvSpPr>
        <p:spPr>
          <a:xfrm>
            <a:off x="6172200" y="1825625"/>
            <a:ext cx="5739714" cy="40191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9159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ACEE4-71B3-E3DB-9D97-9167E3D5ADC3}"/>
              </a:ext>
            </a:extLst>
          </p:cNvPr>
          <p:cNvSpPr>
            <a:spLocks noGrp="1"/>
          </p:cNvSpPr>
          <p:nvPr>
            <p:ph type="title"/>
          </p:nvPr>
        </p:nvSpPr>
        <p:spPr>
          <a:xfrm>
            <a:off x="256032" y="292608"/>
            <a:ext cx="1165242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FAA665E-3534-B914-C000-4E3ED1DB53E4}"/>
              </a:ext>
            </a:extLst>
          </p:cNvPr>
          <p:cNvSpPr>
            <a:spLocks noGrp="1"/>
          </p:cNvSpPr>
          <p:nvPr>
            <p:ph type="body" idx="1"/>
          </p:nvPr>
        </p:nvSpPr>
        <p:spPr>
          <a:xfrm>
            <a:off x="256032" y="1681163"/>
            <a:ext cx="5741543" cy="823912"/>
          </a:xfrm>
        </p:spPr>
        <p:txBody>
          <a:bodyPr anchor="b"/>
          <a:lstStyle>
            <a:lvl1pPr marL="0" indent="0">
              <a:buNone/>
              <a:defRPr sz="2400" b="1" i="0">
                <a:latin typeface="Open Sans Semibold" panose="020B0606030504020204" pitchFamily="34" charset="0"/>
                <a:ea typeface="Open Sans Semibold" panose="020B0606030504020204" pitchFamily="34" charset="0"/>
                <a:cs typeface="Open Sans Semibold"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F44B81-E484-DAEB-5713-8C1066F383B4}"/>
              </a:ext>
            </a:extLst>
          </p:cNvPr>
          <p:cNvSpPr>
            <a:spLocks noGrp="1"/>
          </p:cNvSpPr>
          <p:nvPr>
            <p:ph sz="half" idx="2"/>
          </p:nvPr>
        </p:nvSpPr>
        <p:spPr>
          <a:xfrm>
            <a:off x="233808" y="2505075"/>
            <a:ext cx="5763767" cy="3352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CB50D5-7677-1304-9A3B-0C93976406B2}"/>
              </a:ext>
            </a:extLst>
          </p:cNvPr>
          <p:cNvSpPr>
            <a:spLocks noGrp="1"/>
          </p:cNvSpPr>
          <p:nvPr>
            <p:ph type="body" sz="quarter" idx="3"/>
          </p:nvPr>
        </p:nvSpPr>
        <p:spPr>
          <a:xfrm>
            <a:off x="6172200" y="1681163"/>
            <a:ext cx="5736254" cy="823912"/>
          </a:xfrm>
        </p:spPr>
        <p:txBody>
          <a:bodyPr anchor="b"/>
          <a:lstStyle>
            <a:lvl1pPr marL="0" indent="0">
              <a:buNone/>
              <a:defRPr sz="2400" b="1" i="0">
                <a:latin typeface="Open Sans Semibold" panose="020B0606030504020204" pitchFamily="34" charset="0"/>
                <a:ea typeface="Open Sans Semibold" panose="020B0606030504020204" pitchFamily="34" charset="0"/>
                <a:cs typeface="Open Sans Semibold"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7EE940-C7F5-3146-06E7-22E1FD711957}"/>
              </a:ext>
            </a:extLst>
          </p:cNvPr>
          <p:cNvSpPr>
            <a:spLocks noGrp="1"/>
          </p:cNvSpPr>
          <p:nvPr>
            <p:ph sz="quarter" idx="4"/>
          </p:nvPr>
        </p:nvSpPr>
        <p:spPr>
          <a:xfrm>
            <a:off x="6172200" y="2505075"/>
            <a:ext cx="5763768" cy="3352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722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3EA2E-F51A-9531-CCE4-09C1AF1FB9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33308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8137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FA73D-51C9-D55A-1285-B994326DC514}"/>
              </a:ext>
            </a:extLst>
          </p:cNvPr>
          <p:cNvSpPr>
            <a:spLocks noGrp="1"/>
          </p:cNvSpPr>
          <p:nvPr>
            <p:ph type="title"/>
          </p:nvPr>
        </p:nvSpPr>
        <p:spPr>
          <a:xfrm>
            <a:off x="256032" y="292608"/>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B228C6-176B-32FC-5BBA-295B8F064E00}"/>
              </a:ext>
            </a:extLst>
          </p:cNvPr>
          <p:cNvSpPr>
            <a:spLocks noGrp="1"/>
          </p:cNvSpPr>
          <p:nvPr>
            <p:ph idx="1"/>
          </p:nvPr>
        </p:nvSpPr>
        <p:spPr>
          <a:xfrm>
            <a:off x="4337222" y="292609"/>
            <a:ext cx="7598746" cy="556844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CB5F51-39FC-6D4E-1550-ECAD7F4D313B}"/>
              </a:ext>
            </a:extLst>
          </p:cNvPr>
          <p:cNvSpPr>
            <a:spLocks noGrp="1"/>
          </p:cNvSpPr>
          <p:nvPr>
            <p:ph type="body" sz="half" idx="2"/>
          </p:nvPr>
        </p:nvSpPr>
        <p:spPr>
          <a:xfrm>
            <a:off x="256032" y="2057400"/>
            <a:ext cx="3932237" cy="38036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29859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6DBC5C-7F01-BD31-2D54-1DA0FD41C6E7}"/>
              </a:ext>
            </a:extLst>
          </p:cNvPr>
          <p:cNvSpPr>
            <a:spLocks noGrp="1"/>
          </p:cNvSpPr>
          <p:nvPr>
            <p:ph type="title"/>
          </p:nvPr>
        </p:nvSpPr>
        <p:spPr>
          <a:xfrm>
            <a:off x="259492" y="290985"/>
            <a:ext cx="11652422"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7910E63-195B-A1A5-61CA-AF08212FC9BC}"/>
              </a:ext>
            </a:extLst>
          </p:cNvPr>
          <p:cNvSpPr>
            <a:spLocks noGrp="1"/>
          </p:cNvSpPr>
          <p:nvPr>
            <p:ph type="body" idx="1"/>
          </p:nvPr>
        </p:nvSpPr>
        <p:spPr>
          <a:xfrm>
            <a:off x="259492" y="1825625"/>
            <a:ext cx="11652422" cy="39820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1367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b="1" i="0" kern="1200">
          <a:solidFill>
            <a:srgbClr val="33A0DA"/>
          </a:solidFill>
          <a:latin typeface="Open Sans Semibold" panose="020B0606030504020204" pitchFamily="34" charset="0"/>
          <a:ea typeface="Open Sans Semibold" panose="020B0606030504020204" pitchFamily="34" charset="0"/>
          <a:cs typeface="Open Sans Semibold" panose="020B0606030504020204" pitchFamily="34" charset="0"/>
        </a:defRPr>
      </a:lvl1pPr>
    </p:titleStyle>
    <p:bodyStyle>
      <a:lvl1pPr marL="228600" indent="-228600" algn="l" defTabSz="914400" rtl="0" eaLnBrk="1" latinLnBrk="0" hangingPunct="1">
        <a:lnSpc>
          <a:spcPct val="114000"/>
        </a:lnSpc>
        <a:spcBef>
          <a:spcPts val="1000"/>
        </a:spcBef>
        <a:buFont typeface="Arial" panose="020B0604020202020204" pitchFamily="34" charset="0"/>
        <a:buChar char="•"/>
        <a:defRPr sz="28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sz="24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sz="20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70F11-050F-E9DC-3E49-BBC7CB51B63C}"/>
              </a:ext>
            </a:extLst>
          </p:cNvPr>
          <p:cNvSpPr>
            <a:spLocks noGrp="1"/>
          </p:cNvSpPr>
          <p:nvPr>
            <p:ph type="ctrTitle"/>
          </p:nvPr>
        </p:nvSpPr>
        <p:spPr/>
        <p:txBody>
          <a:bodyPr/>
          <a:lstStyle/>
          <a:p>
            <a:r>
              <a:rPr lang="en-US" dirty="0"/>
              <a:t>Business Central AI Development</a:t>
            </a:r>
          </a:p>
        </p:txBody>
      </p:sp>
      <p:sp>
        <p:nvSpPr>
          <p:cNvPr id="3" name="Subtitle 2">
            <a:extLst>
              <a:ext uri="{FF2B5EF4-FFF2-40B4-BE49-F238E27FC236}">
                <a16:creationId xmlns:a16="http://schemas.microsoft.com/office/drawing/2014/main" id="{CCD871E7-2297-F3DF-014C-BAF7CE7C3902}"/>
              </a:ext>
            </a:extLst>
          </p:cNvPr>
          <p:cNvSpPr>
            <a:spLocks noGrp="1"/>
          </p:cNvSpPr>
          <p:nvPr>
            <p:ph type="subTitle" idx="1"/>
          </p:nvPr>
        </p:nvSpPr>
        <p:spPr/>
        <p:txBody>
          <a:bodyPr/>
          <a:lstStyle/>
          <a:p>
            <a:r>
              <a:rPr lang="en-US" dirty="0"/>
              <a:t>With Practical Application</a:t>
            </a:r>
          </a:p>
        </p:txBody>
      </p:sp>
    </p:spTree>
    <p:extLst>
      <p:ext uri="{BB962C8B-B14F-4D97-AF65-F5344CB8AC3E}">
        <p14:creationId xmlns:p14="http://schemas.microsoft.com/office/powerpoint/2010/main" val="1455215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22514-82F6-C051-9043-275E9D3563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9ECD6-D823-981E-03B6-850715DF355E}"/>
              </a:ext>
            </a:extLst>
          </p:cNvPr>
          <p:cNvSpPr>
            <a:spLocks noGrp="1"/>
          </p:cNvSpPr>
          <p:nvPr>
            <p:ph type="title"/>
          </p:nvPr>
        </p:nvSpPr>
        <p:spPr/>
        <p:txBody>
          <a:bodyPr/>
          <a:lstStyle/>
          <a:p>
            <a:r>
              <a:rPr lang="en-US" dirty="0"/>
              <a:t>Your Speaker</a:t>
            </a:r>
          </a:p>
        </p:txBody>
      </p:sp>
      <p:sp>
        <p:nvSpPr>
          <p:cNvPr id="4" name="Oval 3">
            <a:extLst>
              <a:ext uri="{FF2B5EF4-FFF2-40B4-BE49-F238E27FC236}">
                <a16:creationId xmlns:a16="http://schemas.microsoft.com/office/drawing/2014/main" id="{153CA271-6743-6CEA-2BF5-2421B3BE84E8}"/>
              </a:ext>
            </a:extLst>
          </p:cNvPr>
          <p:cNvSpPr/>
          <p:nvPr/>
        </p:nvSpPr>
        <p:spPr bwMode="auto">
          <a:xfrm>
            <a:off x="5104453" y="1636834"/>
            <a:ext cx="1924050" cy="1997422"/>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5" name="Group 25">
            <a:extLst>
              <a:ext uri="{FF2B5EF4-FFF2-40B4-BE49-F238E27FC236}">
                <a16:creationId xmlns:a16="http://schemas.microsoft.com/office/drawing/2014/main" id="{23DB0FAE-9AB0-A238-1E27-D74144C1D5E4}"/>
              </a:ext>
            </a:extLst>
          </p:cNvPr>
          <p:cNvGrpSpPr>
            <a:grpSpLocks noChangeAspect="1"/>
          </p:cNvGrpSpPr>
          <p:nvPr/>
        </p:nvGrpSpPr>
        <p:grpSpPr>
          <a:xfrm>
            <a:off x="5168069" y="1636834"/>
            <a:ext cx="1860434" cy="1860427"/>
            <a:chOff x="0" y="0"/>
            <a:chExt cx="6350000" cy="6349974"/>
          </a:xfrm>
        </p:grpSpPr>
        <p:sp>
          <p:nvSpPr>
            <p:cNvPr id="6" name="Freeform 26">
              <a:extLst>
                <a:ext uri="{FF2B5EF4-FFF2-40B4-BE49-F238E27FC236}">
                  <a16:creationId xmlns:a16="http://schemas.microsoft.com/office/drawing/2014/main" id="{E78790D8-4202-5689-E1F3-A51D2FC2F005}"/>
                </a:ext>
              </a:extLst>
            </p:cNvPr>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t="-8943" b="-8943"/>
              </a:stretch>
            </a:blipFill>
          </p:spPr>
          <p:txBody>
            <a:bodyPr/>
            <a:lst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a:lstStyle>
            <a:p>
              <a:endParaRPr lang="en-US" sz="450"/>
            </a:p>
          </p:txBody>
        </p:sp>
      </p:grpSp>
      <p:sp>
        <p:nvSpPr>
          <p:cNvPr id="7" name="Text Placeholder 3">
            <a:extLst>
              <a:ext uri="{FF2B5EF4-FFF2-40B4-BE49-F238E27FC236}">
                <a16:creationId xmlns:a16="http://schemas.microsoft.com/office/drawing/2014/main" id="{64562AD5-6046-3FBB-D484-AAC2B5ADBCD7}"/>
              </a:ext>
            </a:extLst>
          </p:cNvPr>
          <p:cNvSpPr txBox="1">
            <a:spLocks/>
          </p:cNvSpPr>
          <p:nvPr/>
        </p:nvSpPr>
        <p:spPr>
          <a:xfrm>
            <a:off x="3578541" y="3634256"/>
            <a:ext cx="5034918" cy="1208525"/>
          </a:xfrm>
          <a:prstGeom prst="rect">
            <a:avLst/>
          </a:prstGeom>
        </p:spPr>
        <p:txBody>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36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Segoe UI" panose="020B0502040204020203" pitchFamily="34" charset="0"/>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0"/>
              </a:spcBef>
              <a:buNone/>
            </a:pPr>
            <a:r>
              <a:rPr lang="en-US" sz="3200" b="1" dirty="0">
                <a:solidFill>
                  <a:schemeClr val="tx1"/>
                </a:solidFill>
                <a:latin typeface="+mj-lt"/>
              </a:rPr>
              <a:t>Marcel Chabot</a:t>
            </a:r>
          </a:p>
          <a:p>
            <a:pPr marL="0" indent="0" algn="ctr">
              <a:buNone/>
            </a:pPr>
            <a:r>
              <a:rPr lang="en-US" sz="2400" dirty="0"/>
              <a:t>Practice Manager Development Operations</a:t>
            </a:r>
          </a:p>
          <a:p>
            <a:pPr marL="0" indent="0" algn="ctr">
              <a:buNone/>
            </a:pPr>
            <a:r>
              <a:rPr lang="en-US" sz="2400" dirty="0"/>
              <a:t>A life-long software developer and “maker”, Marcel brings experience and a unique approach to complex problems and solutions in D365</a:t>
            </a:r>
          </a:p>
        </p:txBody>
      </p:sp>
      <p:pic>
        <p:nvPicPr>
          <p:cNvPr id="8" name="Picture 7" descr="A blue and white rectangular sign with white text&#10;&#10;AI-generated content may be incorrect.">
            <a:extLst>
              <a:ext uri="{FF2B5EF4-FFF2-40B4-BE49-F238E27FC236}">
                <a16:creationId xmlns:a16="http://schemas.microsoft.com/office/drawing/2014/main" id="{EB6785B2-A296-DE8E-C103-F97BC11B8B44}"/>
              </a:ext>
            </a:extLst>
          </p:cNvPr>
          <p:cNvPicPr>
            <a:picLocks noChangeAspect="1"/>
          </p:cNvPicPr>
          <p:nvPr/>
        </p:nvPicPr>
        <p:blipFill>
          <a:blip r:embed="rId3"/>
          <a:stretch>
            <a:fillRect/>
          </a:stretch>
        </p:blipFill>
        <p:spPr>
          <a:xfrm>
            <a:off x="10557261" y="1998992"/>
            <a:ext cx="1354651" cy="2142239"/>
          </a:xfrm>
          <a:prstGeom prst="rect">
            <a:avLst/>
          </a:prstGeom>
        </p:spPr>
      </p:pic>
      <p:pic>
        <p:nvPicPr>
          <p:cNvPr id="10" name="Picture 9">
            <a:extLst>
              <a:ext uri="{FF2B5EF4-FFF2-40B4-BE49-F238E27FC236}">
                <a16:creationId xmlns:a16="http://schemas.microsoft.com/office/drawing/2014/main" id="{3905A278-E940-0901-1239-CA55E6C5AE7B}"/>
              </a:ext>
            </a:extLst>
          </p:cNvPr>
          <p:cNvPicPr>
            <a:picLocks noChangeAspect="1"/>
          </p:cNvPicPr>
          <p:nvPr/>
        </p:nvPicPr>
        <p:blipFill>
          <a:blip r:embed="rId4"/>
          <a:stretch>
            <a:fillRect/>
          </a:stretch>
        </p:blipFill>
        <p:spPr>
          <a:xfrm>
            <a:off x="10557260" y="615253"/>
            <a:ext cx="1354651" cy="1354651"/>
          </a:xfrm>
          <a:prstGeom prst="rect">
            <a:avLst/>
          </a:prstGeom>
        </p:spPr>
      </p:pic>
      <p:pic>
        <p:nvPicPr>
          <p:cNvPr id="12" name="Picture 11">
            <a:extLst>
              <a:ext uri="{FF2B5EF4-FFF2-40B4-BE49-F238E27FC236}">
                <a16:creationId xmlns:a16="http://schemas.microsoft.com/office/drawing/2014/main" id="{74AA2FE5-72DE-057E-9DD1-240422AE65EA}"/>
              </a:ext>
            </a:extLst>
          </p:cNvPr>
          <p:cNvPicPr>
            <a:picLocks noChangeAspect="1"/>
          </p:cNvPicPr>
          <p:nvPr/>
        </p:nvPicPr>
        <p:blipFill>
          <a:blip r:embed="rId5"/>
          <a:stretch>
            <a:fillRect/>
          </a:stretch>
        </p:blipFill>
        <p:spPr>
          <a:xfrm>
            <a:off x="9380719" y="4170319"/>
            <a:ext cx="2531193" cy="1325562"/>
          </a:xfrm>
          <a:prstGeom prst="rect">
            <a:avLst/>
          </a:prstGeom>
        </p:spPr>
      </p:pic>
    </p:spTree>
    <p:extLst>
      <p:ext uri="{BB962C8B-B14F-4D97-AF65-F5344CB8AC3E}">
        <p14:creationId xmlns:p14="http://schemas.microsoft.com/office/powerpoint/2010/main" val="476617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75B26-0F2C-0660-38F6-DEC2557772F2}"/>
              </a:ext>
            </a:extLst>
          </p:cNvPr>
          <p:cNvSpPr>
            <a:spLocks noGrp="1"/>
          </p:cNvSpPr>
          <p:nvPr>
            <p:ph type="title"/>
          </p:nvPr>
        </p:nvSpPr>
        <p:spPr/>
        <p:txBody>
          <a:bodyPr/>
          <a:lstStyle/>
          <a:p>
            <a:r>
              <a:rPr lang="en-US" dirty="0"/>
              <a:t>Session Agenda</a:t>
            </a:r>
          </a:p>
        </p:txBody>
      </p:sp>
      <p:sp>
        <p:nvSpPr>
          <p:cNvPr id="3" name="Content Placeholder 2">
            <a:extLst>
              <a:ext uri="{FF2B5EF4-FFF2-40B4-BE49-F238E27FC236}">
                <a16:creationId xmlns:a16="http://schemas.microsoft.com/office/drawing/2014/main" id="{6295E9E3-DE37-6B7A-54C9-E8E241601139}"/>
              </a:ext>
            </a:extLst>
          </p:cNvPr>
          <p:cNvSpPr>
            <a:spLocks noGrp="1"/>
          </p:cNvSpPr>
          <p:nvPr>
            <p:ph idx="1"/>
          </p:nvPr>
        </p:nvSpPr>
        <p:spPr/>
        <p:txBody>
          <a:bodyPr>
            <a:normAutofit fontScale="92500" lnSpcReduction="20000"/>
          </a:bodyPr>
          <a:lstStyle/>
          <a:p>
            <a:r>
              <a:rPr lang="en-US" dirty="0"/>
              <a:t>AI Implementation Review</a:t>
            </a:r>
          </a:p>
          <a:p>
            <a:r>
              <a:rPr lang="en-US" dirty="0"/>
              <a:t>AI Capacity Selection</a:t>
            </a:r>
          </a:p>
          <a:p>
            <a:pPr lvl="1"/>
            <a:r>
              <a:rPr lang="en-US" dirty="0"/>
              <a:t>Managed vs. Unmanaged</a:t>
            </a:r>
          </a:p>
          <a:p>
            <a:pPr lvl="1"/>
            <a:r>
              <a:rPr lang="en-US" dirty="0"/>
              <a:t>Configure Azure Resource</a:t>
            </a:r>
          </a:p>
          <a:p>
            <a:r>
              <a:rPr lang="en-US" dirty="0"/>
              <a:t>Develop Business Central AL Code Use Case</a:t>
            </a:r>
          </a:p>
          <a:p>
            <a:pPr lvl="1"/>
            <a:r>
              <a:rPr lang="en-US" dirty="0"/>
              <a:t>Secure Store AI Credentials</a:t>
            </a:r>
          </a:p>
          <a:p>
            <a:pPr lvl="1"/>
            <a:r>
              <a:rPr lang="en-US" dirty="0"/>
              <a:t>Create User Interface</a:t>
            </a:r>
          </a:p>
          <a:p>
            <a:pPr lvl="1"/>
            <a:r>
              <a:rPr lang="en-US" dirty="0"/>
              <a:t>Interact with AI</a:t>
            </a:r>
          </a:p>
          <a:p>
            <a:pPr lvl="1"/>
            <a:r>
              <a:rPr lang="en-US" dirty="0"/>
              <a:t>Loop and Expand</a:t>
            </a:r>
          </a:p>
        </p:txBody>
      </p:sp>
    </p:spTree>
    <p:extLst>
      <p:ext uri="{BB962C8B-B14F-4D97-AF65-F5344CB8AC3E}">
        <p14:creationId xmlns:p14="http://schemas.microsoft.com/office/powerpoint/2010/main" val="2296932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EF70C-6474-C898-D161-EF9D3F01BD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E33156-5141-47F5-106E-9276DDFAF25A}"/>
              </a:ext>
            </a:extLst>
          </p:cNvPr>
          <p:cNvSpPr>
            <a:spLocks noGrp="1"/>
          </p:cNvSpPr>
          <p:nvPr>
            <p:ph type="title"/>
          </p:nvPr>
        </p:nvSpPr>
        <p:spPr/>
        <p:txBody>
          <a:bodyPr/>
          <a:lstStyle/>
          <a:p>
            <a:r>
              <a:rPr lang="en-US" dirty="0"/>
              <a:t>Use Cases</a:t>
            </a:r>
          </a:p>
        </p:txBody>
      </p:sp>
      <p:sp>
        <p:nvSpPr>
          <p:cNvPr id="3" name="Content Placeholder 2">
            <a:extLst>
              <a:ext uri="{FF2B5EF4-FFF2-40B4-BE49-F238E27FC236}">
                <a16:creationId xmlns:a16="http://schemas.microsoft.com/office/drawing/2014/main" id="{339A9AA8-815B-8695-B0EC-C42153FD960D}"/>
              </a:ext>
            </a:extLst>
          </p:cNvPr>
          <p:cNvSpPr>
            <a:spLocks noGrp="1"/>
          </p:cNvSpPr>
          <p:nvPr>
            <p:ph idx="1"/>
          </p:nvPr>
        </p:nvSpPr>
        <p:spPr/>
        <p:txBody>
          <a:bodyPr/>
          <a:lstStyle/>
          <a:p>
            <a:r>
              <a:rPr lang="en-US" dirty="0"/>
              <a:t>Validations and Cleanup</a:t>
            </a:r>
          </a:p>
          <a:p>
            <a:r>
              <a:rPr lang="en-US" dirty="0"/>
              <a:t>Search and Recommend</a:t>
            </a:r>
          </a:p>
          <a:p>
            <a:r>
              <a:rPr lang="en-US" dirty="0"/>
              <a:t>Research and Suggest</a:t>
            </a:r>
          </a:p>
          <a:p>
            <a:r>
              <a:rPr lang="en-US" dirty="0"/>
              <a:t>An Agent to Assist</a:t>
            </a:r>
          </a:p>
        </p:txBody>
      </p:sp>
    </p:spTree>
    <p:extLst>
      <p:ext uri="{BB962C8B-B14F-4D97-AF65-F5344CB8AC3E}">
        <p14:creationId xmlns:p14="http://schemas.microsoft.com/office/powerpoint/2010/main" val="1388247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8BC8A-7F04-6BC1-CEB9-374A84629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404BE-6274-FECC-FF5A-18B2E16FF167}"/>
              </a:ext>
            </a:extLst>
          </p:cNvPr>
          <p:cNvSpPr>
            <a:spLocks noGrp="1"/>
          </p:cNvSpPr>
          <p:nvPr>
            <p:ph type="title"/>
          </p:nvPr>
        </p:nvSpPr>
        <p:spPr/>
        <p:txBody>
          <a:bodyPr/>
          <a:lstStyle/>
          <a:p>
            <a:r>
              <a:rPr lang="en-US" dirty="0"/>
              <a:t>Goals</a:t>
            </a:r>
          </a:p>
        </p:txBody>
      </p:sp>
      <p:sp>
        <p:nvSpPr>
          <p:cNvPr id="3" name="Content Placeholder 2">
            <a:extLst>
              <a:ext uri="{FF2B5EF4-FFF2-40B4-BE49-F238E27FC236}">
                <a16:creationId xmlns:a16="http://schemas.microsoft.com/office/drawing/2014/main" id="{39064184-D8A7-0885-106C-649634C24FEA}"/>
              </a:ext>
            </a:extLst>
          </p:cNvPr>
          <p:cNvSpPr>
            <a:spLocks noGrp="1"/>
          </p:cNvSpPr>
          <p:nvPr>
            <p:ph idx="1"/>
          </p:nvPr>
        </p:nvSpPr>
        <p:spPr/>
        <p:txBody>
          <a:bodyPr/>
          <a:lstStyle/>
          <a:p>
            <a:r>
              <a:rPr lang="en-US" dirty="0"/>
              <a:t>Working examples in your hands.</a:t>
            </a:r>
          </a:p>
          <a:p>
            <a:r>
              <a:rPr lang="en-US" dirty="0"/>
              <a:t>Clear walk through of the use cases and solutions.</a:t>
            </a:r>
          </a:p>
          <a:p>
            <a:r>
              <a:rPr lang="en-US" dirty="0"/>
              <a:t>Time for you to dig deeper into a solution that interests you.</a:t>
            </a:r>
          </a:p>
          <a:p>
            <a:r>
              <a:rPr lang="en-US" dirty="0"/>
              <a:t>Answer questions</a:t>
            </a:r>
          </a:p>
        </p:txBody>
      </p:sp>
    </p:spTree>
    <p:extLst>
      <p:ext uri="{BB962C8B-B14F-4D97-AF65-F5344CB8AC3E}">
        <p14:creationId xmlns:p14="http://schemas.microsoft.com/office/powerpoint/2010/main" val="950704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6DF71-34AE-8D15-A133-E40E387B9D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E88E52-61EB-48E7-748A-D1688BD87832}"/>
              </a:ext>
            </a:extLst>
          </p:cNvPr>
          <p:cNvSpPr>
            <a:spLocks noGrp="1"/>
          </p:cNvSpPr>
          <p:nvPr>
            <p:ph type="title"/>
          </p:nvPr>
        </p:nvSpPr>
        <p:spPr/>
        <p:txBody>
          <a:bodyPr/>
          <a:lstStyle/>
          <a:p>
            <a:r>
              <a:rPr lang="en-US" dirty="0"/>
              <a:t>Source Code</a:t>
            </a:r>
          </a:p>
        </p:txBody>
      </p:sp>
      <p:sp>
        <p:nvSpPr>
          <p:cNvPr id="3" name="Content Placeholder 2">
            <a:extLst>
              <a:ext uri="{FF2B5EF4-FFF2-40B4-BE49-F238E27FC236}">
                <a16:creationId xmlns:a16="http://schemas.microsoft.com/office/drawing/2014/main" id="{AB199EF6-0968-46F2-F6CC-99F9CDAB4765}"/>
              </a:ext>
            </a:extLst>
          </p:cNvPr>
          <p:cNvSpPr>
            <a:spLocks noGrp="1"/>
          </p:cNvSpPr>
          <p:nvPr>
            <p:ph idx="1"/>
          </p:nvPr>
        </p:nvSpPr>
        <p:spPr>
          <a:xfrm>
            <a:off x="259492" y="2987040"/>
            <a:ext cx="11652422" cy="2820636"/>
          </a:xfrm>
        </p:spPr>
        <p:txBody>
          <a:bodyPr>
            <a:normAutofit/>
          </a:bodyPr>
          <a:lstStyle/>
          <a:p>
            <a:pPr marL="0" indent="0">
              <a:buNone/>
            </a:pPr>
            <a:r>
              <a:rPr lang="en-US" sz="3600" b="1" dirty="0"/>
              <a:t>https://github.com/AardvarkMan/Directions-NA-2026</a:t>
            </a:r>
          </a:p>
        </p:txBody>
      </p:sp>
    </p:spTree>
    <p:extLst>
      <p:ext uri="{BB962C8B-B14F-4D97-AF65-F5344CB8AC3E}">
        <p14:creationId xmlns:p14="http://schemas.microsoft.com/office/powerpoint/2010/main" val="4206349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55BAA-9A32-D5A2-2D8B-D4FE920E6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05E14A-AC05-022B-DD9F-FE4B5E0C20FA}"/>
              </a:ext>
            </a:extLst>
          </p:cNvPr>
          <p:cNvSpPr>
            <a:spLocks noGrp="1"/>
          </p:cNvSpPr>
          <p:nvPr>
            <p:ph type="title"/>
          </p:nvPr>
        </p:nvSpPr>
        <p:spPr>
          <a:xfrm>
            <a:off x="269789" y="2103437"/>
            <a:ext cx="11652422" cy="1325563"/>
          </a:xfrm>
        </p:spPr>
        <p:txBody>
          <a:bodyPr>
            <a:normAutofit/>
          </a:bodyPr>
          <a:lstStyle/>
          <a:p>
            <a:r>
              <a:rPr lang="en-US" sz="6600" dirty="0"/>
              <a:t>Copilot Best Practices</a:t>
            </a:r>
          </a:p>
        </p:txBody>
      </p:sp>
    </p:spTree>
    <p:extLst>
      <p:ext uri="{BB962C8B-B14F-4D97-AF65-F5344CB8AC3E}">
        <p14:creationId xmlns:p14="http://schemas.microsoft.com/office/powerpoint/2010/main" val="737372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75B26-0F2C-0660-38F6-DEC2557772F2}"/>
              </a:ext>
            </a:extLst>
          </p:cNvPr>
          <p:cNvSpPr>
            <a:spLocks noGrp="1"/>
          </p:cNvSpPr>
          <p:nvPr>
            <p:ph type="title"/>
          </p:nvPr>
        </p:nvSpPr>
        <p:spPr/>
        <p:txBody>
          <a:bodyPr/>
          <a:lstStyle/>
          <a:p>
            <a:r>
              <a:rPr lang="en-US" dirty="0"/>
              <a:t>Do’s and Don’ts</a:t>
            </a:r>
          </a:p>
        </p:txBody>
      </p:sp>
      <p:sp>
        <p:nvSpPr>
          <p:cNvPr id="3" name="Content Placeholder 2">
            <a:extLst>
              <a:ext uri="{FF2B5EF4-FFF2-40B4-BE49-F238E27FC236}">
                <a16:creationId xmlns:a16="http://schemas.microsoft.com/office/drawing/2014/main" id="{6295E9E3-DE37-6B7A-54C9-E8E241601139}"/>
              </a:ext>
            </a:extLst>
          </p:cNvPr>
          <p:cNvSpPr>
            <a:spLocks noGrp="1"/>
          </p:cNvSpPr>
          <p:nvPr>
            <p:ph idx="1"/>
          </p:nvPr>
        </p:nvSpPr>
        <p:spPr/>
        <p:txBody>
          <a:bodyPr/>
          <a:lstStyle/>
          <a:p>
            <a:r>
              <a:rPr lang="en-US" dirty="0"/>
              <a:t>Keep user informed when AI is in use.</a:t>
            </a:r>
          </a:p>
          <a:p>
            <a:endParaRPr lang="en-US" dirty="0"/>
          </a:p>
          <a:p>
            <a:r>
              <a:rPr lang="en-US" dirty="0"/>
              <a:t>Don’t act without permission.</a:t>
            </a:r>
          </a:p>
          <a:p>
            <a:endParaRPr lang="en-US" dirty="0"/>
          </a:p>
          <a:p>
            <a:r>
              <a:rPr lang="en-US" dirty="0"/>
              <a:t>Allow users to review ALL actions.</a:t>
            </a:r>
          </a:p>
          <a:p>
            <a:endParaRPr lang="en-US" dirty="0"/>
          </a:p>
        </p:txBody>
      </p:sp>
    </p:spTree>
    <p:extLst>
      <p:ext uri="{BB962C8B-B14F-4D97-AF65-F5344CB8AC3E}">
        <p14:creationId xmlns:p14="http://schemas.microsoft.com/office/powerpoint/2010/main" val="676706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7F05B-29F1-42FF-F0E9-04610B4B9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41040-3DF4-BBED-28C7-3A396393A632}"/>
              </a:ext>
            </a:extLst>
          </p:cNvPr>
          <p:cNvSpPr>
            <a:spLocks noGrp="1"/>
          </p:cNvSpPr>
          <p:nvPr>
            <p:ph type="title"/>
          </p:nvPr>
        </p:nvSpPr>
        <p:spPr/>
        <p:txBody>
          <a:bodyPr/>
          <a:lstStyle/>
          <a:p>
            <a:r>
              <a:rPr lang="en-US" dirty="0"/>
              <a:t>System Prompts</a:t>
            </a:r>
          </a:p>
        </p:txBody>
      </p:sp>
      <p:sp>
        <p:nvSpPr>
          <p:cNvPr id="3" name="Content Placeholder 2">
            <a:extLst>
              <a:ext uri="{FF2B5EF4-FFF2-40B4-BE49-F238E27FC236}">
                <a16:creationId xmlns:a16="http://schemas.microsoft.com/office/drawing/2014/main" id="{019F17B2-7F01-FA08-98B5-CE1004613A9F}"/>
              </a:ext>
            </a:extLst>
          </p:cNvPr>
          <p:cNvSpPr>
            <a:spLocks noGrp="1"/>
          </p:cNvSpPr>
          <p:nvPr>
            <p:ph idx="1"/>
          </p:nvPr>
        </p:nvSpPr>
        <p:spPr/>
        <p:txBody>
          <a:bodyPr/>
          <a:lstStyle/>
          <a:p>
            <a:r>
              <a:rPr lang="en-US" dirty="0"/>
              <a:t>Configures the GPT system as to its expectations.</a:t>
            </a:r>
          </a:p>
          <a:p>
            <a:r>
              <a:rPr lang="en-US" dirty="0"/>
              <a:t>Define the roll as if it was a person.</a:t>
            </a:r>
          </a:p>
          <a:p>
            <a:pPr lvl="1"/>
            <a:r>
              <a:rPr lang="en-US" dirty="0"/>
              <a:t>Define as a storyteller for creative answers.</a:t>
            </a:r>
          </a:p>
          <a:p>
            <a:pPr lvl="1"/>
            <a:r>
              <a:rPr lang="en-US" dirty="0"/>
              <a:t>Define as an engineer for math.</a:t>
            </a:r>
          </a:p>
          <a:p>
            <a:r>
              <a:rPr lang="en-US" dirty="0"/>
              <a:t>Define output rules.</a:t>
            </a:r>
          </a:p>
          <a:p>
            <a:pPr lvl="1"/>
            <a:r>
              <a:rPr lang="en-US" dirty="0"/>
              <a:t>As JSON with a template.</a:t>
            </a:r>
          </a:p>
          <a:p>
            <a:r>
              <a:rPr lang="en-US" dirty="0"/>
              <a:t>This highly impacts the output expectations.</a:t>
            </a:r>
          </a:p>
          <a:p>
            <a:endParaRPr lang="en-US" dirty="0"/>
          </a:p>
        </p:txBody>
      </p:sp>
    </p:spTree>
    <p:extLst>
      <p:ext uri="{BB962C8B-B14F-4D97-AF65-F5344CB8AC3E}">
        <p14:creationId xmlns:p14="http://schemas.microsoft.com/office/powerpoint/2010/main" val="2013688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CC114-DAA7-D737-A42B-5EF96921CA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4CD0C7-3E4A-C455-19DD-29B5323368E3}"/>
              </a:ext>
            </a:extLst>
          </p:cNvPr>
          <p:cNvSpPr>
            <a:spLocks noGrp="1"/>
          </p:cNvSpPr>
          <p:nvPr>
            <p:ph type="title"/>
          </p:nvPr>
        </p:nvSpPr>
        <p:spPr/>
        <p:txBody>
          <a:bodyPr/>
          <a:lstStyle/>
          <a:p>
            <a:r>
              <a:rPr lang="en-US" dirty="0"/>
              <a:t>User Prompt</a:t>
            </a:r>
          </a:p>
        </p:txBody>
      </p:sp>
      <p:sp>
        <p:nvSpPr>
          <p:cNvPr id="3" name="Content Placeholder 2">
            <a:extLst>
              <a:ext uri="{FF2B5EF4-FFF2-40B4-BE49-F238E27FC236}">
                <a16:creationId xmlns:a16="http://schemas.microsoft.com/office/drawing/2014/main" id="{73DA0B08-0E7B-A9DD-579F-5BAE3A98B4DB}"/>
              </a:ext>
            </a:extLst>
          </p:cNvPr>
          <p:cNvSpPr>
            <a:spLocks noGrp="1"/>
          </p:cNvSpPr>
          <p:nvPr>
            <p:ph idx="1"/>
          </p:nvPr>
        </p:nvSpPr>
        <p:spPr/>
        <p:txBody>
          <a:bodyPr/>
          <a:lstStyle/>
          <a:p>
            <a:r>
              <a:rPr lang="en-US" dirty="0"/>
              <a:t>Represents the working data for the GPT system.</a:t>
            </a:r>
          </a:p>
          <a:p>
            <a:endParaRPr lang="en-US" dirty="0"/>
          </a:p>
          <a:p>
            <a:r>
              <a:rPr lang="en-US" dirty="0"/>
              <a:t>Can be embellished with additional data from the system.</a:t>
            </a:r>
          </a:p>
          <a:p>
            <a:pPr lvl="1"/>
            <a:r>
              <a:rPr lang="en-US" dirty="0"/>
              <a:t>Data from the sourcing record.</a:t>
            </a:r>
          </a:p>
          <a:p>
            <a:pPr lvl="1"/>
            <a:endParaRPr lang="en-US" dirty="0"/>
          </a:p>
          <a:p>
            <a:r>
              <a:rPr lang="en-US" dirty="0"/>
              <a:t>The user should be guided to enter good data.</a:t>
            </a:r>
          </a:p>
          <a:p>
            <a:endParaRPr lang="en-US" dirty="0"/>
          </a:p>
        </p:txBody>
      </p:sp>
    </p:spTree>
    <p:extLst>
      <p:ext uri="{BB962C8B-B14F-4D97-AF65-F5344CB8AC3E}">
        <p14:creationId xmlns:p14="http://schemas.microsoft.com/office/powerpoint/2010/main" val="2729705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17511-AF91-4F67-FBB9-F2711728F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DD54B8-11E6-A4D8-4836-3AD72E503D97}"/>
              </a:ext>
            </a:extLst>
          </p:cNvPr>
          <p:cNvSpPr>
            <a:spLocks noGrp="1"/>
          </p:cNvSpPr>
          <p:nvPr>
            <p:ph type="title"/>
          </p:nvPr>
        </p:nvSpPr>
        <p:spPr/>
        <p:txBody>
          <a:bodyPr/>
          <a:lstStyle/>
          <a:p>
            <a:r>
              <a:rPr lang="en-US" dirty="0"/>
              <a:t>Cost Management</a:t>
            </a:r>
          </a:p>
        </p:txBody>
      </p:sp>
      <p:sp>
        <p:nvSpPr>
          <p:cNvPr id="3" name="Content Placeholder 2">
            <a:extLst>
              <a:ext uri="{FF2B5EF4-FFF2-40B4-BE49-F238E27FC236}">
                <a16:creationId xmlns:a16="http://schemas.microsoft.com/office/drawing/2014/main" id="{2AED2D45-477E-A8B5-8B99-5A682A4209DA}"/>
              </a:ext>
            </a:extLst>
          </p:cNvPr>
          <p:cNvSpPr>
            <a:spLocks noGrp="1"/>
          </p:cNvSpPr>
          <p:nvPr>
            <p:ph idx="1"/>
          </p:nvPr>
        </p:nvSpPr>
        <p:spPr/>
        <p:txBody>
          <a:bodyPr/>
          <a:lstStyle/>
          <a:p>
            <a:r>
              <a:rPr lang="en-US" dirty="0"/>
              <a:t>Tokens = Money</a:t>
            </a:r>
          </a:p>
          <a:p>
            <a:pPr lvl="1"/>
            <a:r>
              <a:rPr lang="en-US" dirty="0"/>
              <a:t>4 characters </a:t>
            </a:r>
            <a:r>
              <a:rPr lang="en-US" dirty="0" err="1"/>
              <a:t>ish</a:t>
            </a:r>
            <a:endParaRPr lang="en-US" dirty="0"/>
          </a:p>
          <a:p>
            <a:pPr lvl="1"/>
            <a:r>
              <a:rPr lang="en-US" dirty="0"/>
              <a:t>¾ of a word</a:t>
            </a:r>
          </a:p>
          <a:p>
            <a:pPr lvl="1"/>
            <a:r>
              <a:rPr lang="en-US" dirty="0"/>
              <a:t>100 tokens = 75 words</a:t>
            </a:r>
          </a:p>
          <a:p>
            <a:r>
              <a:rPr lang="en-US" dirty="0"/>
              <a:t>Don’t lose your API key!</a:t>
            </a:r>
          </a:p>
          <a:p>
            <a:r>
              <a:rPr lang="en-US" dirty="0"/>
              <a:t>Copilot Points combine Tokens and Server effort. About $</a:t>
            </a:r>
            <a:r>
              <a:rPr lang="en-US"/>
              <a:t>0.01 each.</a:t>
            </a:r>
            <a:endParaRPr lang="en-US" dirty="0"/>
          </a:p>
          <a:p>
            <a:endParaRPr lang="en-US" dirty="0"/>
          </a:p>
        </p:txBody>
      </p:sp>
    </p:spTree>
    <p:extLst>
      <p:ext uri="{BB962C8B-B14F-4D97-AF65-F5344CB8AC3E}">
        <p14:creationId xmlns:p14="http://schemas.microsoft.com/office/powerpoint/2010/main" val="2932180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FE9FD-EBB3-7F2A-091D-A7137D929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10490-06B9-620F-4601-0A0DDB43FFD6}"/>
              </a:ext>
            </a:extLst>
          </p:cNvPr>
          <p:cNvSpPr>
            <a:spLocks noGrp="1"/>
          </p:cNvSpPr>
          <p:nvPr>
            <p:ph type="title"/>
          </p:nvPr>
        </p:nvSpPr>
        <p:spPr/>
        <p:txBody>
          <a:bodyPr/>
          <a:lstStyle/>
          <a:p>
            <a:r>
              <a:rPr lang="en-US" dirty="0"/>
              <a:t>Use Case 1: Validations and Cleanup </a:t>
            </a:r>
          </a:p>
        </p:txBody>
      </p:sp>
      <p:sp>
        <p:nvSpPr>
          <p:cNvPr id="3" name="Content Placeholder 2">
            <a:extLst>
              <a:ext uri="{FF2B5EF4-FFF2-40B4-BE49-F238E27FC236}">
                <a16:creationId xmlns:a16="http://schemas.microsoft.com/office/drawing/2014/main" id="{D342552C-66D2-DF1F-EE89-851260CD873A}"/>
              </a:ext>
            </a:extLst>
          </p:cNvPr>
          <p:cNvSpPr>
            <a:spLocks noGrp="1"/>
          </p:cNvSpPr>
          <p:nvPr>
            <p:ph idx="1"/>
          </p:nvPr>
        </p:nvSpPr>
        <p:spPr/>
        <p:txBody>
          <a:bodyPr/>
          <a:lstStyle/>
          <a:p>
            <a:r>
              <a:rPr lang="en-US" dirty="0"/>
              <a:t>Accepts user entered data of unknown quality</a:t>
            </a:r>
          </a:p>
          <a:p>
            <a:r>
              <a:rPr lang="en-US" dirty="0"/>
              <a:t>Applies rules and validations to that data</a:t>
            </a:r>
          </a:p>
          <a:p>
            <a:r>
              <a:rPr lang="en-US" dirty="0"/>
              <a:t>Update the source record with good data</a:t>
            </a:r>
          </a:p>
        </p:txBody>
      </p:sp>
    </p:spTree>
    <p:extLst>
      <p:ext uri="{BB962C8B-B14F-4D97-AF65-F5344CB8AC3E}">
        <p14:creationId xmlns:p14="http://schemas.microsoft.com/office/powerpoint/2010/main" val="1922587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40E4F-DC50-2E78-1668-A175227DB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AF1E8-2350-FAEA-582A-CACF4FBD8365}"/>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77EAFFF8-5508-1141-DCBD-6937A56630A0}"/>
              </a:ext>
            </a:extLst>
          </p:cNvPr>
          <p:cNvSpPr>
            <a:spLocks noGrp="1"/>
          </p:cNvSpPr>
          <p:nvPr>
            <p:ph idx="1"/>
          </p:nvPr>
        </p:nvSpPr>
        <p:spPr/>
        <p:txBody>
          <a:bodyPr/>
          <a:lstStyle/>
          <a:p>
            <a:r>
              <a:rPr lang="en-US" dirty="0"/>
              <a:t>Provide minimal data to complete the task.</a:t>
            </a:r>
          </a:p>
          <a:p>
            <a:r>
              <a:rPr lang="en-US" dirty="0"/>
              <a:t>Detailed prompts help keep data in scope.</a:t>
            </a:r>
          </a:p>
          <a:p>
            <a:r>
              <a:rPr lang="en-US" dirty="0"/>
              <a:t>Dataset size corresponds with costs.</a:t>
            </a:r>
          </a:p>
          <a:p>
            <a:pPr marL="0" indent="0">
              <a:buNone/>
            </a:pPr>
            <a:endParaRPr lang="en-US" dirty="0"/>
          </a:p>
          <a:p>
            <a:endParaRPr lang="en-US" dirty="0"/>
          </a:p>
        </p:txBody>
      </p:sp>
    </p:spTree>
    <p:extLst>
      <p:ext uri="{BB962C8B-B14F-4D97-AF65-F5344CB8AC3E}">
        <p14:creationId xmlns:p14="http://schemas.microsoft.com/office/powerpoint/2010/main" val="1489529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B7EEE-F3C0-77DF-1F4C-1A062E672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4B17D4-9B19-97B5-EA87-5AF514A13BAF}"/>
              </a:ext>
            </a:extLst>
          </p:cNvPr>
          <p:cNvSpPr>
            <a:spLocks noGrp="1"/>
          </p:cNvSpPr>
          <p:nvPr>
            <p:ph type="title"/>
          </p:nvPr>
        </p:nvSpPr>
        <p:spPr>
          <a:xfrm>
            <a:off x="269789" y="2103437"/>
            <a:ext cx="11652422" cy="1325563"/>
          </a:xfrm>
        </p:spPr>
        <p:txBody>
          <a:bodyPr>
            <a:normAutofit/>
          </a:bodyPr>
          <a:lstStyle/>
          <a:p>
            <a:r>
              <a:rPr lang="en-US" sz="6600" dirty="0"/>
              <a:t>Code Example 1</a:t>
            </a:r>
          </a:p>
        </p:txBody>
      </p:sp>
    </p:spTree>
    <p:extLst>
      <p:ext uri="{BB962C8B-B14F-4D97-AF65-F5344CB8AC3E}">
        <p14:creationId xmlns:p14="http://schemas.microsoft.com/office/powerpoint/2010/main" val="1702005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B5BD6-48CF-A83C-0F87-9343DD79F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2F605-7048-51C0-2CAD-C8CAFD89B35D}"/>
              </a:ext>
            </a:extLst>
          </p:cNvPr>
          <p:cNvSpPr>
            <a:spLocks noGrp="1"/>
          </p:cNvSpPr>
          <p:nvPr>
            <p:ph type="title"/>
          </p:nvPr>
        </p:nvSpPr>
        <p:spPr/>
        <p:txBody>
          <a:bodyPr/>
          <a:lstStyle/>
          <a:p>
            <a:r>
              <a:rPr lang="en-US" dirty="0"/>
              <a:t>Use Case 2: Search and Recommend</a:t>
            </a:r>
          </a:p>
        </p:txBody>
      </p:sp>
      <p:sp>
        <p:nvSpPr>
          <p:cNvPr id="3" name="Content Placeholder 2">
            <a:extLst>
              <a:ext uri="{FF2B5EF4-FFF2-40B4-BE49-F238E27FC236}">
                <a16:creationId xmlns:a16="http://schemas.microsoft.com/office/drawing/2014/main" id="{5C87944C-970A-C39D-4DFA-629CDE737F43}"/>
              </a:ext>
            </a:extLst>
          </p:cNvPr>
          <p:cNvSpPr>
            <a:spLocks noGrp="1"/>
          </p:cNvSpPr>
          <p:nvPr>
            <p:ph idx="1"/>
          </p:nvPr>
        </p:nvSpPr>
        <p:spPr/>
        <p:txBody>
          <a:bodyPr/>
          <a:lstStyle/>
          <a:p>
            <a:r>
              <a:rPr lang="en-US" dirty="0"/>
              <a:t>Analyzes data for common elements</a:t>
            </a:r>
          </a:p>
          <a:p>
            <a:r>
              <a:rPr lang="en-US" dirty="0"/>
              <a:t>Generates Search Criteria</a:t>
            </a:r>
          </a:p>
          <a:p>
            <a:r>
              <a:rPr lang="en-US" dirty="0"/>
              <a:t>BC Searches for Results</a:t>
            </a:r>
          </a:p>
          <a:p>
            <a:r>
              <a:rPr lang="en-US" dirty="0"/>
              <a:t>Presents Results to User for Selection</a:t>
            </a:r>
          </a:p>
        </p:txBody>
      </p:sp>
    </p:spTree>
    <p:extLst>
      <p:ext uri="{BB962C8B-B14F-4D97-AF65-F5344CB8AC3E}">
        <p14:creationId xmlns:p14="http://schemas.microsoft.com/office/powerpoint/2010/main" val="1872980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C89C1-3410-A916-18CE-99A6A360C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F04885-6BB6-7545-753B-E45C6D578EF0}"/>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B9914FDF-63A2-498C-D280-F0F3027617A6}"/>
              </a:ext>
            </a:extLst>
          </p:cNvPr>
          <p:cNvSpPr>
            <a:spLocks noGrp="1"/>
          </p:cNvSpPr>
          <p:nvPr>
            <p:ph idx="1"/>
          </p:nvPr>
        </p:nvSpPr>
        <p:spPr/>
        <p:txBody>
          <a:bodyPr/>
          <a:lstStyle/>
          <a:p>
            <a:r>
              <a:rPr lang="en-US" dirty="0"/>
              <a:t>Provide recommendation details, but not full data sets.</a:t>
            </a:r>
          </a:p>
          <a:p>
            <a:r>
              <a:rPr lang="en-US" dirty="0"/>
              <a:t>Use native AL code with results to complete the task.</a:t>
            </a:r>
          </a:p>
          <a:p>
            <a:r>
              <a:rPr lang="en-US" dirty="0"/>
              <a:t>“Sparkling Automation”</a:t>
            </a:r>
          </a:p>
        </p:txBody>
      </p:sp>
    </p:spTree>
    <p:extLst>
      <p:ext uri="{BB962C8B-B14F-4D97-AF65-F5344CB8AC3E}">
        <p14:creationId xmlns:p14="http://schemas.microsoft.com/office/powerpoint/2010/main" val="2156689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B1394-617A-362F-D66B-F345DC220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7B672-5FE9-A9F2-62A2-A9E1E18B393B}"/>
              </a:ext>
            </a:extLst>
          </p:cNvPr>
          <p:cNvSpPr>
            <a:spLocks noGrp="1"/>
          </p:cNvSpPr>
          <p:nvPr>
            <p:ph type="title"/>
          </p:nvPr>
        </p:nvSpPr>
        <p:spPr>
          <a:xfrm>
            <a:off x="269789" y="2103437"/>
            <a:ext cx="11652422" cy="1325563"/>
          </a:xfrm>
        </p:spPr>
        <p:txBody>
          <a:bodyPr>
            <a:normAutofit/>
          </a:bodyPr>
          <a:lstStyle/>
          <a:p>
            <a:r>
              <a:rPr lang="en-US" sz="6600" dirty="0"/>
              <a:t>Code Example 2</a:t>
            </a:r>
          </a:p>
        </p:txBody>
      </p:sp>
    </p:spTree>
    <p:extLst>
      <p:ext uri="{BB962C8B-B14F-4D97-AF65-F5344CB8AC3E}">
        <p14:creationId xmlns:p14="http://schemas.microsoft.com/office/powerpoint/2010/main" val="3627983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9F1CB-379A-8D53-4A70-3E134F7C5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9510A-61DC-05EF-6953-CB3CF1BC6C71}"/>
              </a:ext>
            </a:extLst>
          </p:cNvPr>
          <p:cNvSpPr>
            <a:spLocks noGrp="1"/>
          </p:cNvSpPr>
          <p:nvPr>
            <p:ph type="title"/>
          </p:nvPr>
        </p:nvSpPr>
        <p:spPr/>
        <p:txBody>
          <a:bodyPr/>
          <a:lstStyle/>
          <a:p>
            <a:r>
              <a:rPr lang="en-US" dirty="0"/>
              <a:t>Use Case 3: Compare and Suggest </a:t>
            </a:r>
          </a:p>
        </p:txBody>
      </p:sp>
      <p:sp>
        <p:nvSpPr>
          <p:cNvPr id="3" name="Content Placeholder 2">
            <a:extLst>
              <a:ext uri="{FF2B5EF4-FFF2-40B4-BE49-F238E27FC236}">
                <a16:creationId xmlns:a16="http://schemas.microsoft.com/office/drawing/2014/main" id="{A7A8EA33-D85A-08B1-1662-3CEEB9C18FC3}"/>
              </a:ext>
            </a:extLst>
          </p:cNvPr>
          <p:cNvSpPr>
            <a:spLocks noGrp="1"/>
          </p:cNvSpPr>
          <p:nvPr>
            <p:ph idx="1"/>
          </p:nvPr>
        </p:nvSpPr>
        <p:spPr/>
        <p:txBody>
          <a:bodyPr/>
          <a:lstStyle/>
          <a:p>
            <a:r>
              <a:rPr lang="en-US" dirty="0"/>
              <a:t>Reviews the user entered address data</a:t>
            </a:r>
          </a:p>
          <a:p>
            <a:r>
              <a:rPr lang="en-US" dirty="0"/>
              <a:t>Compares against existing addresses</a:t>
            </a:r>
          </a:p>
          <a:p>
            <a:r>
              <a:rPr lang="en-US" dirty="0"/>
              <a:t>Provides a recommended existing address</a:t>
            </a:r>
          </a:p>
        </p:txBody>
      </p:sp>
    </p:spTree>
    <p:extLst>
      <p:ext uri="{BB962C8B-B14F-4D97-AF65-F5344CB8AC3E}">
        <p14:creationId xmlns:p14="http://schemas.microsoft.com/office/powerpoint/2010/main" val="3701021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31E03-CC56-4F77-63FF-8CDF03E55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9A2BD3-2982-B8A4-AAD4-5FA6D7714EDA}"/>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A774CFCA-9914-DAEB-3382-C51DEE99596B}"/>
              </a:ext>
            </a:extLst>
          </p:cNvPr>
          <p:cNvSpPr>
            <a:spLocks noGrp="1"/>
          </p:cNvSpPr>
          <p:nvPr>
            <p:ph idx="1"/>
          </p:nvPr>
        </p:nvSpPr>
        <p:spPr/>
        <p:txBody>
          <a:bodyPr/>
          <a:lstStyle/>
          <a:p>
            <a:r>
              <a:rPr lang="en-US" dirty="0"/>
              <a:t>Provide the system with a list of choices</a:t>
            </a:r>
          </a:p>
          <a:p>
            <a:r>
              <a:rPr lang="en-US" dirty="0"/>
              <a:t>Allow the user to choose, but recommend the strongest match</a:t>
            </a:r>
          </a:p>
          <a:p>
            <a:r>
              <a:rPr lang="en-US" dirty="0"/>
              <a:t>Could use a lot of tokens</a:t>
            </a:r>
          </a:p>
        </p:txBody>
      </p:sp>
    </p:spTree>
    <p:extLst>
      <p:ext uri="{BB962C8B-B14F-4D97-AF65-F5344CB8AC3E}">
        <p14:creationId xmlns:p14="http://schemas.microsoft.com/office/powerpoint/2010/main" val="2723803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34A77-1F12-C684-50C9-F862EDDAC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A7F52-1347-BF68-A687-3DAE575ADF5F}"/>
              </a:ext>
            </a:extLst>
          </p:cNvPr>
          <p:cNvSpPr>
            <a:spLocks noGrp="1"/>
          </p:cNvSpPr>
          <p:nvPr>
            <p:ph type="title"/>
          </p:nvPr>
        </p:nvSpPr>
        <p:spPr>
          <a:xfrm>
            <a:off x="269789" y="2103437"/>
            <a:ext cx="11652422" cy="1325563"/>
          </a:xfrm>
        </p:spPr>
        <p:txBody>
          <a:bodyPr>
            <a:normAutofit/>
          </a:bodyPr>
          <a:lstStyle/>
          <a:p>
            <a:r>
              <a:rPr lang="en-US" sz="6600" dirty="0"/>
              <a:t>Code Example 3</a:t>
            </a:r>
          </a:p>
        </p:txBody>
      </p:sp>
    </p:spTree>
    <p:extLst>
      <p:ext uri="{BB962C8B-B14F-4D97-AF65-F5344CB8AC3E}">
        <p14:creationId xmlns:p14="http://schemas.microsoft.com/office/powerpoint/2010/main" val="4062226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6F584-BDD5-CAF2-F604-AB825B81C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E952A2-0CEF-4AEF-C158-1DFE4D1D5B96}"/>
              </a:ext>
            </a:extLst>
          </p:cNvPr>
          <p:cNvSpPr>
            <a:spLocks noGrp="1"/>
          </p:cNvSpPr>
          <p:nvPr>
            <p:ph type="title"/>
          </p:nvPr>
        </p:nvSpPr>
        <p:spPr/>
        <p:txBody>
          <a:bodyPr/>
          <a:lstStyle/>
          <a:p>
            <a:r>
              <a:rPr lang="en-US" dirty="0"/>
              <a:t>Use Case 4: Natural Language</a:t>
            </a:r>
          </a:p>
        </p:txBody>
      </p:sp>
      <p:sp>
        <p:nvSpPr>
          <p:cNvPr id="3" name="Content Placeholder 2">
            <a:extLst>
              <a:ext uri="{FF2B5EF4-FFF2-40B4-BE49-F238E27FC236}">
                <a16:creationId xmlns:a16="http://schemas.microsoft.com/office/drawing/2014/main" id="{E9FCEB3C-79FF-E4F2-C0A8-A7C4D0179DF3}"/>
              </a:ext>
            </a:extLst>
          </p:cNvPr>
          <p:cNvSpPr>
            <a:spLocks noGrp="1"/>
          </p:cNvSpPr>
          <p:nvPr>
            <p:ph idx="1"/>
          </p:nvPr>
        </p:nvSpPr>
        <p:spPr/>
        <p:txBody>
          <a:bodyPr/>
          <a:lstStyle/>
          <a:p>
            <a:r>
              <a:rPr lang="en-US" dirty="0"/>
              <a:t>Accepts parameters from User</a:t>
            </a:r>
          </a:p>
          <a:p>
            <a:r>
              <a:rPr lang="en-US" dirty="0"/>
              <a:t>Uses the LLM to take a “rough” statement and make it “clean”</a:t>
            </a:r>
          </a:p>
          <a:p>
            <a:r>
              <a:rPr lang="en-US" dirty="0"/>
              <a:t>Generate a notification</a:t>
            </a:r>
          </a:p>
          <a:p>
            <a:r>
              <a:rPr lang="en-US" dirty="0"/>
              <a:t>Cleanup/translate text</a:t>
            </a:r>
          </a:p>
        </p:txBody>
      </p:sp>
    </p:spTree>
    <p:extLst>
      <p:ext uri="{BB962C8B-B14F-4D97-AF65-F5344CB8AC3E}">
        <p14:creationId xmlns:p14="http://schemas.microsoft.com/office/powerpoint/2010/main" val="2786564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41B29-E785-8449-6440-4AED3B0A7B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71711-C138-EE48-07FA-AD4118F15087}"/>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E8B838DE-2677-BCCD-5BE9-AFB2136E7C23}"/>
              </a:ext>
            </a:extLst>
          </p:cNvPr>
          <p:cNvSpPr>
            <a:spLocks noGrp="1"/>
          </p:cNvSpPr>
          <p:nvPr>
            <p:ph idx="1"/>
          </p:nvPr>
        </p:nvSpPr>
        <p:spPr/>
        <p:txBody>
          <a:bodyPr/>
          <a:lstStyle/>
          <a:p>
            <a:r>
              <a:rPr lang="en-US" dirty="0"/>
              <a:t>Provide the LLM with the rough text or details</a:t>
            </a:r>
          </a:p>
          <a:p>
            <a:r>
              <a:rPr lang="en-US" dirty="0"/>
              <a:t>Provide grounds for text adjustments</a:t>
            </a:r>
          </a:p>
          <a:p>
            <a:r>
              <a:rPr lang="en-US" dirty="0"/>
              <a:t>Could be a token consumer based on output length</a:t>
            </a:r>
          </a:p>
        </p:txBody>
      </p:sp>
    </p:spTree>
    <p:extLst>
      <p:ext uri="{BB962C8B-B14F-4D97-AF65-F5344CB8AC3E}">
        <p14:creationId xmlns:p14="http://schemas.microsoft.com/office/powerpoint/2010/main" val="416711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DECBA-5FD3-6E75-2751-8D011187A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C18B4A-F1D5-A73F-B313-BBA96BF03226}"/>
              </a:ext>
            </a:extLst>
          </p:cNvPr>
          <p:cNvSpPr>
            <a:spLocks noGrp="1"/>
          </p:cNvSpPr>
          <p:nvPr>
            <p:ph type="title"/>
          </p:nvPr>
        </p:nvSpPr>
        <p:spPr>
          <a:xfrm>
            <a:off x="269789" y="2103437"/>
            <a:ext cx="11652422" cy="1325563"/>
          </a:xfrm>
        </p:spPr>
        <p:txBody>
          <a:bodyPr>
            <a:normAutofit/>
          </a:bodyPr>
          <a:lstStyle/>
          <a:p>
            <a:r>
              <a:rPr lang="en-US" sz="6600" dirty="0"/>
              <a:t>Code Example 4</a:t>
            </a:r>
          </a:p>
        </p:txBody>
      </p:sp>
    </p:spTree>
    <p:extLst>
      <p:ext uri="{BB962C8B-B14F-4D97-AF65-F5344CB8AC3E}">
        <p14:creationId xmlns:p14="http://schemas.microsoft.com/office/powerpoint/2010/main" val="3758581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AB5A-14EE-DFA4-E052-0385BAF89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8B31E-F77F-CCAF-1706-928D533A8A96}"/>
              </a:ext>
            </a:extLst>
          </p:cNvPr>
          <p:cNvSpPr>
            <a:spLocks noGrp="1"/>
          </p:cNvSpPr>
          <p:nvPr>
            <p:ph type="title"/>
          </p:nvPr>
        </p:nvSpPr>
        <p:spPr/>
        <p:txBody>
          <a:bodyPr/>
          <a:lstStyle/>
          <a:p>
            <a:r>
              <a:rPr lang="en-US" dirty="0"/>
              <a:t>Use Case 5: Research and Suggest </a:t>
            </a:r>
          </a:p>
        </p:txBody>
      </p:sp>
      <p:sp>
        <p:nvSpPr>
          <p:cNvPr id="3" name="Content Placeholder 2">
            <a:extLst>
              <a:ext uri="{FF2B5EF4-FFF2-40B4-BE49-F238E27FC236}">
                <a16:creationId xmlns:a16="http://schemas.microsoft.com/office/drawing/2014/main" id="{771E9103-5DF3-8062-CF02-A2399D36B6B5}"/>
              </a:ext>
            </a:extLst>
          </p:cNvPr>
          <p:cNvSpPr>
            <a:spLocks noGrp="1"/>
          </p:cNvSpPr>
          <p:nvPr>
            <p:ph idx="1"/>
          </p:nvPr>
        </p:nvSpPr>
        <p:spPr/>
        <p:txBody>
          <a:bodyPr/>
          <a:lstStyle/>
          <a:p>
            <a:r>
              <a:rPr lang="en-US" dirty="0"/>
              <a:t>Accepts parameters from User</a:t>
            </a:r>
          </a:p>
          <a:p>
            <a:r>
              <a:rPr lang="en-US" dirty="0"/>
              <a:t>AI 1 Utilizes Grounded Search to find data</a:t>
            </a:r>
          </a:p>
          <a:p>
            <a:r>
              <a:rPr lang="en-US" dirty="0"/>
              <a:t>AI 2 Formats data for processing</a:t>
            </a:r>
          </a:p>
          <a:p>
            <a:r>
              <a:rPr lang="en-US" dirty="0"/>
              <a:t>Presents options to the user</a:t>
            </a:r>
          </a:p>
        </p:txBody>
      </p:sp>
    </p:spTree>
    <p:extLst>
      <p:ext uri="{BB962C8B-B14F-4D97-AF65-F5344CB8AC3E}">
        <p14:creationId xmlns:p14="http://schemas.microsoft.com/office/powerpoint/2010/main" val="4121852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91CCE-7D8F-0595-B448-25DCE9811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F6226C-5B93-70B8-D9D0-999558D26343}"/>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85794F84-051B-046A-4626-D4B3D900EF9E}"/>
              </a:ext>
            </a:extLst>
          </p:cNvPr>
          <p:cNvSpPr>
            <a:spLocks noGrp="1"/>
          </p:cNvSpPr>
          <p:nvPr>
            <p:ph idx="1"/>
          </p:nvPr>
        </p:nvSpPr>
        <p:spPr/>
        <p:txBody>
          <a:bodyPr/>
          <a:lstStyle/>
          <a:p>
            <a:r>
              <a:rPr lang="en-US" dirty="0"/>
              <a:t>Provide with a source of truth and a question.</a:t>
            </a:r>
          </a:p>
          <a:p>
            <a:r>
              <a:rPr lang="en-US" dirty="0"/>
              <a:t>Results must be evaluated by some metric</a:t>
            </a:r>
          </a:p>
          <a:p>
            <a:r>
              <a:rPr lang="en-US" dirty="0"/>
              <a:t>Uses a lot of tokens</a:t>
            </a:r>
          </a:p>
        </p:txBody>
      </p:sp>
    </p:spTree>
    <p:extLst>
      <p:ext uri="{BB962C8B-B14F-4D97-AF65-F5344CB8AC3E}">
        <p14:creationId xmlns:p14="http://schemas.microsoft.com/office/powerpoint/2010/main" val="24621309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54EC2-8A31-8E11-6CA5-363FF349C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96790D-3E4D-02B4-C7DC-BAB5E43EF24F}"/>
              </a:ext>
            </a:extLst>
          </p:cNvPr>
          <p:cNvSpPr>
            <a:spLocks noGrp="1"/>
          </p:cNvSpPr>
          <p:nvPr>
            <p:ph type="title"/>
          </p:nvPr>
        </p:nvSpPr>
        <p:spPr>
          <a:xfrm>
            <a:off x="269789" y="2103437"/>
            <a:ext cx="11652422" cy="1325563"/>
          </a:xfrm>
        </p:spPr>
        <p:txBody>
          <a:bodyPr>
            <a:normAutofit/>
          </a:bodyPr>
          <a:lstStyle/>
          <a:p>
            <a:r>
              <a:rPr lang="en-US" sz="6600" dirty="0"/>
              <a:t>Code Example 5</a:t>
            </a:r>
          </a:p>
        </p:txBody>
      </p:sp>
    </p:spTree>
    <p:extLst>
      <p:ext uri="{BB962C8B-B14F-4D97-AF65-F5344CB8AC3E}">
        <p14:creationId xmlns:p14="http://schemas.microsoft.com/office/powerpoint/2010/main" val="11602975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2252D-F81E-35D2-7757-FF8D43B85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21785-F3CE-235F-59D4-7D5A68EB47FD}"/>
              </a:ext>
            </a:extLst>
          </p:cNvPr>
          <p:cNvSpPr>
            <a:spLocks noGrp="1"/>
          </p:cNvSpPr>
          <p:nvPr>
            <p:ph type="title"/>
          </p:nvPr>
        </p:nvSpPr>
        <p:spPr/>
        <p:txBody>
          <a:bodyPr/>
          <a:lstStyle/>
          <a:p>
            <a:r>
              <a:rPr lang="en-US" dirty="0"/>
              <a:t>Use Case 6: An Agent to Assist</a:t>
            </a:r>
          </a:p>
        </p:txBody>
      </p:sp>
      <p:sp>
        <p:nvSpPr>
          <p:cNvPr id="3" name="Content Placeholder 2">
            <a:extLst>
              <a:ext uri="{FF2B5EF4-FFF2-40B4-BE49-F238E27FC236}">
                <a16:creationId xmlns:a16="http://schemas.microsoft.com/office/drawing/2014/main" id="{DE5CE5B1-4626-AB81-8883-4EC7D672DA0C}"/>
              </a:ext>
            </a:extLst>
          </p:cNvPr>
          <p:cNvSpPr>
            <a:spLocks noGrp="1"/>
          </p:cNvSpPr>
          <p:nvPr>
            <p:ph idx="1"/>
          </p:nvPr>
        </p:nvSpPr>
        <p:spPr/>
        <p:txBody>
          <a:bodyPr/>
          <a:lstStyle/>
          <a:p>
            <a:r>
              <a:rPr lang="en-US" dirty="0"/>
              <a:t>Triggered by an event</a:t>
            </a:r>
          </a:p>
          <a:p>
            <a:r>
              <a:rPr lang="en-US" dirty="0"/>
              <a:t>Performs multiple actions</a:t>
            </a:r>
          </a:p>
          <a:p>
            <a:r>
              <a:rPr lang="en-US" dirty="0"/>
              <a:t>Interacts with user for questions</a:t>
            </a:r>
          </a:p>
          <a:p>
            <a:r>
              <a:rPr lang="en-US" dirty="0"/>
              <a:t>Presents results for final acceptance</a:t>
            </a:r>
          </a:p>
        </p:txBody>
      </p:sp>
    </p:spTree>
    <p:extLst>
      <p:ext uri="{BB962C8B-B14F-4D97-AF65-F5344CB8AC3E}">
        <p14:creationId xmlns:p14="http://schemas.microsoft.com/office/powerpoint/2010/main" val="3056193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14B9D-3C2D-BD5A-96E2-0AF193BC6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FE8BE-43D3-D636-015A-71C47B98A888}"/>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0C2F0682-DD2B-9F58-071D-FFBC8F6690D7}"/>
              </a:ext>
            </a:extLst>
          </p:cNvPr>
          <p:cNvSpPr>
            <a:spLocks noGrp="1"/>
          </p:cNvSpPr>
          <p:nvPr>
            <p:ph idx="1"/>
          </p:nvPr>
        </p:nvSpPr>
        <p:spPr/>
        <p:txBody>
          <a:bodyPr/>
          <a:lstStyle/>
          <a:p>
            <a:r>
              <a:rPr lang="en-US" dirty="0"/>
              <a:t>Interactive task driven system.</a:t>
            </a:r>
          </a:p>
          <a:p>
            <a:r>
              <a:rPr lang="en-US" dirty="0"/>
              <a:t>Must have user approval for permanent actions.</a:t>
            </a:r>
          </a:p>
          <a:p>
            <a:pPr lvl="1"/>
            <a:r>
              <a:rPr lang="en-US" dirty="0"/>
              <a:t>Record updates</a:t>
            </a:r>
          </a:p>
          <a:p>
            <a:pPr lvl="1"/>
            <a:r>
              <a:rPr lang="en-US" dirty="0"/>
              <a:t>Emails sent</a:t>
            </a:r>
          </a:p>
          <a:p>
            <a:r>
              <a:rPr lang="en-US" dirty="0"/>
              <a:t>Very </a:t>
            </a:r>
            <a:r>
              <a:rPr lang="en-US"/>
              <a:t>token intensive</a:t>
            </a:r>
            <a:endParaRPr lang="en-US" dirty="0"/>
          </a:p>
        </p:txBody>
      </p:sp>
    </p:spTree>
    <p:extLst>
      <p:ext uri="{BB962C8B-B14F-4D97-AF65-F5344CB8AC3E}">
        <p14:creationId xmlns:p14="http://schemas.microsoft.com/office/powerpoint/2010/main" val="400423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F3E69-8659-44CA-9B7B-C3168F9A92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12C29-E65C-A431-2D3F-7D0AD32785D3}"/>
              </a:ext>
            </a:extLst>
          </p:cNvPr>
          <p:cNvSpPr>
            <a:spLocks noGrp="1"/>
          </p:cNvSpPr>
          <p:nvPr>
            <p:ph type="title"/>
          </p:nvPr>
        </p:nvSpPr>
        <p:spPr>
          <a:xfrm>
            <a:off x="269789" y="2103437"/>
            <a:ext cx="11652422" cy="1325563"/>
          </a:xfrm>
        </p:spPr>
        <p:txBody>
          <a:bodyPr>
            <a:normAutofit/>
          </a:bodyPr>
          <a:lstStyle/>
          <a:p>
            <a:r>
              <a:rPr lang="en-US" sz="6600" dirty="0"/>
              <a:t>Code Example 6</a:t>
            </a:r>
          </a:p>
        </p:txBody>
      </p:sp>
    </p:spTree>
    <p:extLst>
      <p:ext uri="{BB962C8B-B14F-4D97-AF65-F5344CB8AC3E}">
        <p14:creationId xmlns:p14="http://schemas.microsoft.com/office/powerpoint/2010/main" val="112268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E4DA3-54D1-E84F-2A0F-2FE5DDDD0D5E}"/>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0077586C-B735-87C1-F47A-ED2C5C333A70}"/>
              </a:ext>
            </a:extLst>
          </p:cNvPr>
          <p:cNvSpPr>
            <a:spLocks noGrp="1"/>
          </p:cNvSpPr>
          <p:nvPr>
            <p:ph type="subTitle" idx="1"/>
          </p:nvPr>
        </p:nvSpPr>
        <p:spPr/>
        <p:txBody>
          <a:bodyPr/>
          <a:lstStyle/>
          <a:p>
            <a:r>
              <a:rPr lang="en-US" dirty="0"/>
              <a:t>Please be sure to fill out your session survey on the Directions Mobile App!</a:t>
            </a:r>
          </a:p>
        </p:txBody>
      </p:sp>
      <p:pic>
        <p:nvPicPr>
          <p:cNvPr id="4" name="Picture 3">
            <a:extLst>
              <a:ext uri="{FF2B5EF4-FFF2-40B4-BE49-F238E27FC236}">
                <a16:creationId xmlns:a16="http://schemas.microsoft.com/office/drawing/2014/main" id="{15D5318D-422D-AA35-EADE-FEB40F1AFB78}"/>
              </a:ext>
            </a:extLst>
          </p:cNvPr>
          <p:cNvPicPr>
            <a:picLocks noChangeAspect="1"/>
          </p:cNvPicPr>
          <p:nvPr/>
        </p:nvPicPr>
        <p:blipFill>
          <a:blip r:embed="rId2"/>
          <a:stretch>
            <a:fillRect/>
          </a:stretch>
        </p:blipFill>
        <p:spPr>
          <a:xfrm>
            <a:off x="8978537" y="165838"/>
            <a:ext cx="2982803" cy="2982803"/>
          </a:xfrm>
          <a:prstGeom prst="rect">
            <a:avLst/>
          </a:prstGeom>
        </p:spPr>
      </p:pic>
    </p:spTree>
    <p:extLst>
      <p:ext uri="{BB962C8B-B14F-4D97-AF65-F5344CB8AC3E}">
        <p14:creationId xmlns:p14="http://schemas.microsoft.com/office/powerpoint/2010/main" val="1716866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irections-North-America-2026-PPT-Template" id="{D9CA9518-67DF-D249-B980-FC7A198A0807}" vid="{5961F046-5C07-0745-85BF-6AC5A52D4E5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Directions-North-America-2026-PPT-Template</Template>
  <TotalTime>162</TotalTime>
  <Words>1093</Words>
  <Application>Microsoft Office PowerPoint</Application>
  <PresentationFormat>Widescreen</PresentationFormat>
  <Paragraphs>196</Paragraphs>
  <Slides>30</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vt:lpstr>
      <vt:lpstr>Open Sans Light</vt:lpstr>
      <vt:lpstr>Open Sans Semibold</vt:lpstr>
      <vt:lpstr>Segoe UI</vt:lpstr>
      <vt:lpstr>Office Theme</vt:lpstr>
      <vt:lpstr>Business Central AI Development</vt:lpstr>
      <vt:lpstr>Your Speaker</vt:lpstr>
      <vt:lpstr>Session Agenda</vt:lpstr>
      <vt:lpstr>Use Cases</vt:lpstr>
      <vt:lpstr>Goals</vt:lpstr>
      <vt:lpstr>Source Code</vt:lpstr>
      <vt:lpstr>Copilot Best Practices</vt:lpstr>
      <vt:lpstr>Do’s and Don’ts</vt:lpstr>
      <vt:lpstr>System Prompts</vt:lpstr>
      <vt:lpstr>User Prompt</vt:lpstr>
      <vt:lpstr>Cost Management</vt:lpstr>
      <vt:lpstr>Use Case 1: Validations and Cleanup </vt:lpstr>
      <vt:lpstr>Key Concepts</vt:lpstr>
      <vt:lpstr>Code Example 1</vt:lpstr>
      <vt:lpstr>Use Case 2: Search and Recommend</vt:lpstr>
      <vt:lpstr>Key Concepts</vt:lpstr>
      <vt:lpstr>Code Example 2</vt:lpstr>
      <vt:lpstr>Use Case 3: Compare and Suggest </vt:lpstr>
      <vt:lpstr>Key Concepts</vt:lpstr>
      <vt:lpstr>Code Example 3</vt:lpstr>
      <vt:lpstr>Use Case 4: Natural Language</vt:lpstr>
      <vt:lpstr>Key Concepts</vt:lpstr>
      <vt:lpstr>Code Example 4</vt:lpstr>
      <vt:lpstr>Use Case 5: Research and Suggest </vt:lpstr>
      <vt:lpstr>Key Concepts</vt:lpstr>
      <vt:lpstr>Code Example 5</vt:lpstr>
      <vt:lpstr>Use Case 6: An Agent to Assist</vt:lpstr>
      <vt:lpstr>Key Concepts</vt:lpstr>
      <vt:lpstr>Code Example 6</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 Chabot</dc:creator>
  <cp:lastModifiedBy>Marc Chabot</cp:lastModifiedBy>
  <cp:revision>1</cp:revision>
  <dcterms:created xsi:type="dcterms:W3CDTF">2026-04-11T00:54:57Z</dcterms:created>
  <dcterms:modified xsi:type="dcterms:W3CDTF">2026-04-26T00:13:38Z</dcterms:modified>
</cp:coreProperties>
</file>