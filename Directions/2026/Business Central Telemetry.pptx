
<file path=[Content_Types].xml><?xml version="1.0" encoding="utf-8"?>
<Types xmlns="http://schemas.openxmlformats.org/package/2006/content-types">
  <Default Extension="jpeg" ContentType="image/jpeg"/>
  <Default Extension="jpg" ContentType="image/pn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sldIdLst>
    <p:sldId id="259" r:id="rId2"/>
    <p:sldId id="260" r:id="rId3"/>
    <p:sldId id="266" r:id="rId4"/>
    <p:sldId id="257" r:id="rId5"/>
    <p:sldId id="265" r:id="rId6"/>
    <p:sldId id="324" r:id="rId7"/>
    <p:sldId id="264" r:id="rId8"/>
    <p:sldId id="263" r:id="rId9"/>
    <p:sldId id="273" r:id="rId10"/>
    <p:sldId id="262" r:id="rId11"/>
    <p:sldId id="272" r:id="rId12"/>
    <p:sldId id="271" r:id="rId13"/>
    <p:sldId id="270" r:id="rId14"/>
    <p:sldId id="269" r:id="rId15"/>
    <p:sldId id="268" r:id="rId16"/>
    <p:sldId id="267" r:id="rId17"/>
    <p:sldId id="282" r:id="rId18"/>
    <p:sldId id="281" r:id="rId19"/>
    <p:sldId id="280" r:id="rId20"/>
    <p:sldId id="279" r:id="rId21"/>
    <p:sldId id="278" r:id="rId22"/>
    <p:sldId id="277" r:id="rId23"/>
    <p:sldId id="276" r:id="rId24"/>
    <p:sldId id="275" r:id="rId25"/>
    <p:sldId id="285" r:id="rId26"/>
    <p:sldId id="274" r:id="rId27"/>
    <p:sldId id="284" r:id="rId28"/>
    <p:sldId id="261" r:id="rId29"/>
    <p:sldId id="283" r:id="rId30"/>
    <p:sldId id="292" r:id="rId31"/>
    <p:sldId id="291" r:id="rId32"/>
    <p:sldId id="290" r:id="rId33"/>
    <p:sldId id="289" r:id="rId34"/>
    <p:sldId id="288" r:id="rId35"/>
    <p:sldId id="287" r:id="rId36"/>
    <p:sldId id="286" r:id="rId37"/>
    <p:sldId id="299" r:id="rId38"/>
    <p:sldId id="298" r:id="rId39"/>
    <p:sldId id="297" r:id="rId40"/>
    <p:sldId id="296" r:id="rId41"/>
    <p:sldId id="295" r:id="rId42"/>
    <p:sldId id="294" r:id="rId43"/>
    <p:sldId id="293" r:id="rId44"/>
    <p:sldId id="309" r:id="rId45"/>
    <p:sldId id="308" r:id="rId46"/>
    <p:sldId id="307" r:id="rId47"/>
    <p:sldId id="306" r:id="rId48"/>
    <p:sldId id="305" r:id="rId49"/>
    <p:sldId id="304" r:id="rId50"/>
    <p:sldId id="303" r:id="rId51"/>
    <p:sldId id="302" r:id="rId52"/>
    <p:sldId id="301" r:id="rId53"/>
    <p:sldId id="300" r:id="rId54"/>
    <p:sldId id="317" r:id="rId55"/>
    <p:sldId id="316" r:id="rId56"/>
    <p:sldId id="315" r:id="rId57"/>
    <p:sldId id="314" r:id="rId58"/>
    <p:sldId id="313" r:id="rId59"/>
    <p:sldId id="312" r:id="rId60"/>
    <p:sldId id="311" r:id="rId61"/>
    <p:sldId id="310" r:id="rId62"/>
    <p:sldId id="318" r:id="rId63"/>
    <p:sldId id="319" r:id="rId64"/>
    <p:sldId id="320" r:id="rId65"/>
    <p:sldId id="321" r:id="rId66"/>
    <p:sldId id="322" r:id="rId67"/>
    <p:sldId id="323" r:id="rId68"/>
    <p:sldId id="25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A0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17491-D36E-44D6-8BAB-DDD72D9C252C}" v="85" dt="2026-04-13T19:54:11.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4" autoAdjust="0"/>
    <p:restoredTop sz="81250" autoAdjust="0"/>
  </p:normalViewPr>
  <p:slideViewPr>
    <p:cSldViewPr snapToGrid="0">
      <p:cViewPr varScale="1">
        <p:scale>
          <a:sx n="80" d="100"/>
          <a:sy n="80" d="100"/>
        </p:scale>
        <p:origin x="1122"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Chabot" userId="edf1aaf37886921c" providerId="LiveId" clId="{36E35DCF-1E38-456E-8DB6-7BEB4E5406AC}"/>
    <pc:docChg chg="undo custSel addSld delSld modSld">
      <pc:chgData name="Marc Chabot" userId="edf1aaf37886921c" providerId="LiveId" clId="{36E35DCF-1E38-456E-8DB6-7BEB4E5406AC}" dt="2026-04-13T19:56:02.570" v="495" actId="20577"/>
      <pc:docMkLst>
        <pc:docMk/>
      </pc:docMkLst>
      <pc:sldChg chg="modNotesTx">
        <pc:chgData name="Marc Chabot" userId="edf1aaf37886921c" providerId="LiveId" clId="{36E35DCF-1E38-456E-8DB6-7BEB4E5406AC}" dt="2026-04-13T19:55:08.497" v="330" actId="20577"/>
        <pc:sldMkLst>
          <pc:docMk/>
          <pc:sldMk cId="2296932572" sldId="257"/>
        </pc:sldMkLst>
      </pc:sldChg>
      <pc:sldChg chg="modNotesTx">
        <pc:chgData name="Marc Chabot" userId="edf1aaf37886921c" providerId="LiveId" clId="{36E35DCF-1E38-456E-8DB6-7BEB4E5406AC}" dt="2026-04-12T19:03:31.700" v="211" actId="20577"/>
        <pc:sldMkLst>
          <pc:docMk/>
          <pc:sldMk cId="3264092229" sldId="261"/>
        </pc:sldMkLst>
      </pc:sldChg>
      <pc:sldChg chg="addSp delSp modSp mod modAnim modNotesTx">
        <pc:chgData name="Marc Chabot" userId="edf1aaf37886921c" providerId="LiveId" clId="{36E35DCF-1E38-456E-8DB6-7BEB4E5406AC}" dt="2026-04-13T19:56:02.570" v="495" actId="20577"/>
        <pc:sldMkLst>
          <pc:docMk/>
          <pc:sldMk cId="1741854268" sldId="265"/>
        </pc:sldMkLst>
        <pc:spChg chg="del">
          <ac:chgData name="Marc Chabot" userId="edf1aaf37886921c" providerId="LiveId" clId="{36E35DCF-1E38-456E-8DB6-7BEB4E5406AC}" dt="2026-04-13T17:44:55.967" v="213" actId="478"/>
          <ac:spMkLst>
            <pc:docMk/>
            <pc:sldMk cId="1741854268" sldId="265"/>
            <ac:spMk id="2" creationId="{EFA757EA-7E7A-F323-856C-63C7025EA1E5}"/>
          </ac:spMkLst>
        </pc:spChg>
        <pc:spChg chg="del">
          <ac:chgData name="Marc Chabot" userId="edf1aaf37886921c" providerId="LiveId" clId="{36E35DCF-1E38-456E-8DB6-7BEB4E5406AC}" dt="2026-04-13T17:48:51.642" v="222"/>
          <ac:spMkLst>
            <pc:docMk/>
            <pc:sldMk cId="1741854268" sldId="265"/>
            <ac:spMk id="3" creationId="{70C0FDA6-9616-4D20-4834-CFDFA45BAEA7}"/>
          </ac:spMkLst>
        </pc:spChg>
        <pc:spChg chg="add del mod">
          <ac:chgData name="Marc Chabot" userId="edf1aaf37886921c" providerId="LiveId" clId="{36E35DCF-1E38-456E-8DB6-7BEB4E5406AC}" dt="2026-04-13T17:44:57.446" v="214" actId="478"/>
          <ac:spMkLst>
            <pc:docMk/>
            <pc:sldMk cId="1741854268" sldId="265"/>
            <ac:spMk id="5" creationId="{F072776B-EDD1-3E40-BDAB-66371AA18D9D}"/>
          </ac:spMkLst>
        </pc:spChg>
        <pc:picChg chg="add mod">
          <ac:chgData name="Marc Chabot" userId="edf1aaf37886921c" providerId="LiveId" clId="{36E35DCF-1E38-456E-8DB6-7BEB4E5406AC}" dt="2026-04-13T17:45:39.946" v="216" actId="1076"/>
          <ac:picMkLst>
            <pc:docMk/>
            <pc:sldMk cId="1741854268" sldId="265"/>
            <ac:picMk id="7" creationId="{3B5E436F-FCC8-7947-6215-F432E603B1D3}"/>
          </ac:picMkLst>
        </pc:picChg>
        <pc:picChg chg="add mod">
          <ac:chgData name="Marc Chabot" userId="edf1aaf37886921c" providerId="LiveId" clId="{36E35DCF-1E38-456E-8DB6-7BEB4E5406AC}" dt="2026-04-13T17:49:04.317" v="223" actId="1076"/>
          <ac:picMkLst>
            <pc:docMk/>
            <pc:sldMk cId="1741854268" sldId="265"/>
            <ac:picMk id="8" creationId="{CF0DF52A-9413-E1CE-F12F-A7174ED7216A}"/>
          </ac:picMkLst>
        </pc:picChg>
      </pc:sldChg>
      <pc:sldChg chg="modSp mod">
        <pc:chgData name="Marc Chabot" userId="edf1aaf37886921c" providerId="LiveId" clId="{36E35DCF-1E38-456E-8DB6-7BEB4E5406AC}" dt="2026-04-12T18:47:03.389" v="24" actId="20577"/>
        <pc:sldMkLst>
          <pc:docMk/>
          <pc:sldMk cId="3903108493" sldId="293"/>
        </pc:sldMkLst>
        <pc:spChg chg="mod">
          <ac:chgData name="Marc Chabot" userId="edf1aaf37886921c" providerId="LiveId" clId="{36E35DCF-1E38-456E-8DB6-7BEB4E5406AC}" dt="2026-04-12T18:47:03.389" v="24" actId="20577"/>
          <ac:spMkLst>
            <pc:docMk/>
            <pc:sldMk cId="3903108493" sldId="293"/>
            <ac:spMk id="2" creationId="{C4A8C1CD-5319-D35C-C9FD-8E69CD25AF18}"/>
          </ac:spMkLst>
        </pc:spChg>
      </pc:sldChg>
      <pc:sldChg chg="addSp delSp modSp mod">
        <pc:chgData name="Marc Chabot" userId="edf1aaf37886921c" providerId="LiveId" clId="{36E35DCF-1E38-456E-8DB6-7BEB4E5406AC}" dt="2026-04-12T18:53:07.628" v="99" actId="14100"/>
        <pc:sldMkLst>
          <pc:docMk/>
          <pc:sldMk cId="4069719626" sldId="300"/>
        </pc:sldMkLst>
        <pc:spChg chg="mod">
          <ac:chgData name="Marc Chabot" userId="edf1aaf37886921c" providerId="LiveId" clId="{36E35DCF-1E38-456E-8DB6-7BEB4E5406AC}" dt="2026-04-12T18:52:54.401" v="96"/>
          <ac:spMkLst>
            <pc:docMk/>
            <pc:sldMk cId="4069719626" sldId="300"/>
            <ac:spMk id="2" creationId="{370ED207-EC96-9D78-ECAB-D5BC1DE6C6BD}"/>
          </ac:spMkLst>
        </pc:spChg>
        <pc:spChg chg="del">
          <ac:chgData name="Marc Chabot" userId="edf1aaf37886921c" providerId="LiveId" clId="{36E35DCF-1E38-456E-8DB6-7BEB4E5406AC}" dt="2026-04-12T18:52:59.885" v="97"/>
          <ac:spMkLst>
            <pc:docMk/>
            <pc:sldMk cId="4069719626" sldId="300"/>
            <ac:spMk id="3" creationId="{C896D055-D6A8-F73D-B520-A891485CB0CE}"/>
          </ac:spMkLst>
        </pc:spChg>
        <pc:picChg chg="add mod">
          <ac:chgData name="Marc Chabot" userId="edf1aaf37886921c" providerId="LiveId" clId="{36E35DCF-1E38-456E-8DB6-7BEB4E5406AC}" dt="2026-04-12T18:53:07.628" v="99" actId="14100"/>
          <ac:picMkLst>
            <pc:docMk/>
            <pc:sldMk cId="4069719626" sldId="300"/>
            <ac:picMk id="4" creationId="{616A369F-4C47-A5A6-DE41-D0957C7CD8EB}"/>
          </ac:picMkLst>
        </pc:picChg>
      </pc:sldChg>
      <pc:sldChg chg="addSp modSp mod">
        <pc:chgData name="Marc Chabot" userId="edf1aaf37886921c" providerId="LiveId" clId="{36E35DCF-1E38-456E-8DB6-7BEB4E5406AC}" dt="2026-04-12T18:51:41.721" v="85" actId="20577"/>
        <pc:sldMkLst>
          <pc:docMk/>
          <pc:sldMk cId="3010542140" sldId="301"/>
        </pc:sldMkLst>
        <pc:spChg chg="mod">
          <ac:chgData name="Marc Chabot" userId="edf1aaf37886921c" providerId="LiveId" clId="{36E35DCF-1E38-456E-8DB6-7BEB4E5406AC}" dt="2026-04-12T18:51:41.721" v="85" actId="20577"/>
          <ac:spMkLst>
            <pc:docMk/>
            <pc:sldMk cId="3010542140" sldId="301"/>
            <ac:spMk id="2" creationId="{8E303FC0-7190-AB8A-7DDA-7C666E832D89}"/>
          </ac:spMkLst>
        </pc:spChg>
        <pc:picChg chg="add mod">
          <ac:chgData name="Marc Chabot" userId="edf1aaf37886921c" providerId="LiveId" clId="{36E35DCF-1E38-456E-8DB6-7BEB4E5406AC}" dt="2026-04-12T18:51:36.254" v="58" actId="14100"/>
          <ac:picMkLst>
            <pc:docMk/>
            <pc:sldMk cId="3010542140" sldId="301"/>
            <ac:picMk id="4" creationId="{9E3B377F-ADEA-9892-B9AE-CF20188D52FD}"/>
          </ac:picMkLst>
        </pc:picChg>
      </pc:sldChg>
      <pc:sldChg chg="addSp modSp mod">
        <pc:chgData name="Marc Chabot" userId="edf1aaf37886921c" providerId="LiveId" clId="{36E35DCF-1E38-456E-8DB6-7BEB4E5406AC}" dt="2026-04-12T18:51:21.786" v="55" actId="14100"/>
        <pc:sldMkLst>
          <pc:docMk/>
          <pc:sldMk cId="4203704374" sldId="302"/>
        </pc:sldMkLst>
        <pc:picChg chg="add mod">
          <ac:chgData name="Marc Chabot" userId="edf1aaf37886921c" providerId="LiveId" clId="{36E35DCF-1E38-456E-8DB6-7BEB4E5406AC}" dt="2026-04-12T18:51:21.786" v="55" actId="14100"/>
          <ac:picMkLst>
            <pc:docMk/>
            <pc:sldMk cId="4203704374" sldId="302"/>
            <ac:picMk id="4" creationId="{4FD4F058-D4C6-D98B-2196-6F500EF8A75D}"/>
          </ac:picMkLst>
        </pc:picChg>
      </pc:sldChg>
      <pc:sldChg chg="addSp modSp mod">
        <pc:chgData name="Marc Chabot" userId="edf1aaf37886921c" providerId="LiveId" clId="{36E35DCF-1E38-456E-8DB6-7BEB4E5406AC}" dt="2026-04-12T18:51:03.020" v="52" actId="1076"/>
        <pc:sldMkLst>
          <pc:docMk/>
          <pc:sldMk cId="3918391095" sldId="303"/>
        </pc:sldMkLst>
        <pc:picChg chg="add mod">
          <ac:chgData name="Marc Chabot" userId="edf1aaf37886921c" providerId="LiveId" clId="{36E35DCF-1E38-456E-8DB6-7BEB4E5406AC}" dt="2026-04-12T18:51:03.020" v="52" actId="1076"/>
          <ac:picMkLst>
            <pc:docMk/>
            <pc:sldMk cId="3918391095" sldId="303"/>
            <ac:picMk id="4" creationId="{DA8789E5-5168-4D57-ADFC-82C3E622994A}"/>
          </ac:picMkLst>
        </pc:picChg>
      </pc:sldChg>
      <pc:sldChg chg="addSp modSp">
        <pc:chgData name="Marc Chabot" userId="edf1aaf37886921c" providerId="LiveId" clId="{36E35DCF-1E38-456E-8DB6-7BEB4E5406AC}" dt="2026-04-12T18:50:44.675" v="48" actId="1076"/>
        <pc:sldMkLst>
          <pc:docMk/>
          <pc:sldMk cId="2895017672" sldId="304"/>
        </pc:sldMkLst>
        <pc:picChg chg="add mod">
          <ac:chgData name="Marc Chabot" userId="edf1aaf37886921c" providerId="LiveId" clId="{36E35DCF-1E38-456E-8DB6-7BEB4E5406AC}" dt="2026-04-12T18:50:44.675" v="48" actId="1076"/>
          <ac:picMkLst>
            <pc:docMk/>
            <pc:sldMk cId="2895017672" sldId="304"/>
            <ac:picMk id="4" creationId="{A56E0D07-D168-D558-9E08-260961435EF7}"/>
          </ac:picMkLst>
        </pc:picChg>
      </pc:sldChg>
      <pc:sldChg chg="addSp modSp">
        <pc:chgData name="Marc Chabot" userId="edf1aaf37886921c" providerId="LiveId" clId="{36E35DCF-1E38-456E-8DB6-7BEB4E5406AC}" dt="2026-04-12T18:50:26.396" v="44" actId="14100"/>
        <pc:sldMkLst>
          <pc:docMk/>
          <pc:sldMk cId="2396190623" sldId="305"/>
        </pc:sldMkLst>
        <pc:picChg chg="add mod">
          <ac:chgData name="Marc Chabot" userId="edf1aaf37886921c" providerId="LiveId" clId="{36E35DCF-1E38-456E-8DB6-7BEB4E5406AC}" dt="2026-04-12T18:50:26.396" v="44" actId="14100"/>
          <ac:picMkLst>
            <pc:docMk/>
            <pc:sldMk cId="2396190623" sldId="305"/>
            <ac:picMk id="4" creationId="{A5CB6D78-BAC2-4E90-A5F5-57276D4B5AF8}"/>
          </ac:picMkLst>
        </pc:picChg>
      </pc:sldChg>
      <pc:sldChg chg="addSp modSp">
        <pc:chgData name="Marc Chabot" userId="edf1aaf37886921c" providerId="LiveId" clId="{36E35DCF-1E38-456E-8DB6-7BEB4E5406AC}" dt="2026-04-12T18:49:10.867" v="41" actId="14100"/>
        <pc:sldMkLst>
          <pc:docMk/>
          <pc:sldMk cId="2188420688" sldId="306"/>
        </pc:sldMkLst>
        <pc:picChg chg="add mod">
          <ac:chgData name="Marc Chabot" userId="edf1aaf37886921c" providerId="LiveId" clId="{36E35DCF-1E38-456E-8DB6-7BEB4E5406AC}" dt="2026-04-12T18:49:10.867" v="41" actId="14100"/>
          <ac:picMkLst>
            <pc:docMk/>
            <pc:sldMk cId="2188420688" sldId="306"/>
            <ac:picMk id="4" creationId="{138AB0B8-0E89-838C-0B78-B88320719183}"/>
          </ac:picMkLst>
        </pc:picChg>
      </pc:sldChg>
      <pc:sldChg chg="addSp modSp">
        <pc:chgData name="Marc Chabot" userId="edf1aaf37886921c" providerId="LiveId" clId="{36E35DCF-1E38-456E-8DB6-7BEB4E5406AC}" dt="2026-04-12T18:48:45.966" v="38" actId="1076"/>
        <pc:sldMkLst>
          <pc:docMk/>
          <pc:sldMk cId="883898132" sldId="307"/>
        </pc:sldMkLst>
        <pc:picChg chg="add mod">
          <ac:chgData name="Marc Chabot" userId="edf1aaf37886921c" providerId="LiveId" clId="{36E35DCF-1E38-456E-8DB6-7BEB4E5406AC}" dt="2026-04-12T18:48:45.966" v="38" actId="1076"/>
          <ac:picMkLst>
            <pc:docMk/>
            <pc:sldMk cId="883898132" sldId="307"/>
            <ac:picMk id="4" creationId="{9C76CBD7-A449-984A-70B0-EF35D2320F10}"/>
          </ac:picMkLst>
        </pc:picChg>
      </pc:sldChg>
      <pc:sldChg chg="addSp modSp">
        <pc:chgData name="Marc Chabot" userId="edf1aaf37886921c" providerId="LiveId" clId="{36E35DCF-1E38-456E-8DB6-7BEB4E5406AC}" dt="2026-04-12T18:48:19.316" v="34" actId="14100"/>
        <pc:sldMkLst>
          <pc:docMk/>
          <pc:sldMk cId="1069066052" sldId="308"/>
        </pc:sldMkLst>
        <pc:picChg chg="add mod">
          <ac:chgData name="Marc Chabot" userId="edf1aaf37886921c" providerId="LiveId" clId="{36E35DCF-1E38-456E-8DB6-7BEB4E5406AC}" dt="2026-04-12T18:48:10.503" v="31" actId="14100"/>
          <ac:picMkLst>
            <pc:docMk/>
            <pc:sldMk cId="1069066052" sldId="308"/>
            <ac:picMk id="4" creationId="{9EAECB74-389A-D695-5BF9-3FF8A282B727}"/>
          </ac:picMkLst>
        </pc:picChg>
        <pc:picChg chg="add mod">
          <ac:chgData name="Marc Chabot" userId="edf1aaf37886921c" providerId="LiveId" clId="{36E35DCF-1E38-456E-8DB6-7BEB4E5406AC}" dt="2026-04-12T18:48:19.316" v="34" actId="14100"/>
          <ac:picMkLst>
            <pc:docMk/>
            <pc:sldMk cId="1069066052" sldId="308"/>
            <ac:picMk id="5" creationId="{1460B999-CEC8-F010-4D2B-94AB12DCA7D3}"/>
          </ac:picMkLst>
        </pc:picChg>
      </pc:sldChg>
      <pc:sldChg chg="addSp modSp">
        <pc:chgData name="Marc Chabot" userId="edf1aaf37886921c" providerId="LiveId" clId="{36E35DCF-1E38-456E-8DB6-7BEB4E5406AC}" dt="2026-04-12T18:47:49.316" v="28" actId="14100"/>
        <pc:sldMkLst>
          <pc:docMk/>
          <pc:sldMk cId="3791287289" sldId="309"/>
        </pc:sldMkLst>
        <pc:spChg chg="mod">
          <ac:chgData name="Marc Chabot" userId="edf1aaf37886921c" providerId="LiveId" clId="{36E35DCF-1E38-456E-8DB6-7BEB4E5406AC}" dt="2026-04-12T18:47:34.284" v="25"/>
          <ac:spMkLst>
            <pc:docMk/>
            <pc:sldMk cId="3791287289" sldId="309"/>
            <ac:spMk id="2" creationId="{95938902-0DD9-0C2B-04FD-F4ED122CA3C1}"/>
          </ac:spMkLst>
        </pc:spChg>
        <pc:picChg chg="add mod">
          <ac:chgData name="Marc Chabot" userId="edf1aaf37886921c" providerId="LiveId" clId="{36E35DCF-1E38-456E-8DB6-7BEB4E5406AC}" dt="2026-04-12T18:47:49.316" v="28" actId="14100"/>
          <ac:picMkLst>
            <pc:docMk/>
            <pc:sldMk cId="3791287289" sldId="309"/>
            <ac:picMk id="4" creationId="{66793065-BFE8-71B0-D7E4-61A17E985AFF}"/>
          </ac:picMkLst>
        </pc:picChg>
      </pc:sldChg>
      <pc:sldChg chg="addSp delSp modSp add mod">
        <pc:chgData name="Marc Chabot" userId="edf1aaf37886921c" providerId="LiveId" clId="{36E35DCF-1E38-456E-8DB6-7BEB4E5406AC}" dt="2026-04-12T19:01:14.275" v="210" actId="22"/>
        <pc:sldMkLst>
          <pc:docMk/>
          <pc:sldMk cId="3364151891" sldId="310"/>
        </pc:sldMkLst>
        <pc:spChg chg="mod">
          <ac:chgData name="Marc Chabot" userId="edf1aaf37886921c" providerId="LiveId" clId="{36E35DCF-1E38-456E-8DB6-7BEB4E5406AC}" dt="2026-04-12T18:58:28.258" v="190"/>
          <ac:spMkLst>
            <pc:docMk/>
            <pc:sldMk cId="3364151891" sldId="310"/>
            <ac:spMk id="2" creationId="{4BA8424B-9032-3870-D952-ACD49558D1A4}"/>
          </ac:spMkLst>
        </pc:spChg>
        <pc:spChg chg="mod">
          <ac:chgData name="Marc Chabot" userId="edf1aaf37886921c" providerId="LiveId" clId="{36E35DCF-1E38-456E-8DB6-7BEB4E5406AC}" dt="2026-04-12T18:58:34.632" v="192" actId="27636"/>
          <ac:spMkLst>
            <pc:docMk/>
            <pc:sldMk cId="3364151891" sldId="310"/>
            <ac:spMk id="3" creationId="{1271D7AA-EF74-0BEE-C600-229733DC0854}"/>
          </ac:spMkLst>
        </pc:spChg>
        <pc:spChg chg="add del">
          <ac:chgData name="Marc Chabot" userId="edf1aaf37886921c" providerId="LiveId" clId="{36E35DCF-1E38-456E-8DB6-7BEB4E5406AC}" dt="2026-04-12T19:01:14.275" v="210" actId="22"/>
          <ac:spMkLst>
            <pc:docMk/>
            <pc:sldMk cId="3364151891" sldId="310"/>
            <ac:spMk id="5" creationId="{811C5362-9E72-2B28-F196-90E3A0B2D3AD}"/>
          </ac:spMkLst>
        </pc:spChg>
      </pc:sldChg>
      <pc:sldChg chg="addSp modSp add mod">
        <pc:chgData name="Marc Chabot" userId="edf1aaf37886921c" providerId="LiveId" clId="{36E35DCF-1E38-456E-8DB6-7BEB4E5406AC}" dt="2026-04-12T18:58:18.624" v="189" actId="1076"/>
        <pc:sldMkLst>
          <pc:docMk/>
          <pc:sldMk cId="3843414241" sldId="311"/>
        </pc:sldMkLst>
        <pc:spChg chg="mod">
          <ac:chgData name="Marc Chabot" userId="edf1aaf37886921c" providerId="LiveId" clId="{36E35DCF-1E38-456E-8DB6-7BEB4E5406AC}" dt="2026-04-12T18:58:03.889" v="185"/>
          <ac:spMkLst>
            <pc:docMk/>
            <pc:sldMk cId="3843414241" sldId="311"/>
            <ac:spMk id="2" creationId="{8FFF15CE-6E1B-CD4E-DE60-6F0144A760B2}"/>
          </ac:spMkLst>
        </pc:spChg>
        <pc:spChg chg="mod">
          <ac:chgData name="Marc Chabot" userId="edf1aaf37886921c" providerId="LiveId" clId="{36E35DCF-1E38-456E-8DB6-7BEB4E5406AC}" dt="2026-04-12T18:58:10.461" v="187" actId="27636"/>
          <ac:spMkLst>
            <pc:docMk/>
            <pc:sldMk cId="3843414241" sldId="311"/>
            <ac:spMk id="3" creationId="{BA9E1ACE-FDC2-8CC2-C495-54DE89101781}"/>
          </ac:spMkLst>
        </pc:spChg>
        <pc:picChg chg="add mod">
          <ac:chgData name="Marc Chabot" userId="edf1aaf37886921c" providerId="LiveId" clId="{36E35DCF-1E38-456E-8DB6-7BEB4E5406AC}" dt="2026-04-12T18:58:18.624" v="189" actId="1076"/>
          <ac:picMkLst>
            <pc:docMk/>
            <pc:sldMk cId="3843414241" sldId="311"/>
            <ac:picMk id="4" creationId="{EB01BD10-BE68-EB0D-8987-755FFC14FB7A}"/>
          </ac:picMkLst>
        </pc:picChg>
      </pc:sldChg>
      <pc:sldChg chg="addSp modSp add">
        <pc:chgData name="Marc Chabot" userId="edf1aaf37886921c" providerId="LiveId" clId="{36E35DCF-1E38-456E-8DB6-7BEB4E5406AC}" dt="2026-04-12T18:57:51.008" v="184" actId="1076"/>
        <pc:sldMkLst>
          <pc:docMk/>
          <pc:sldMk cId="3669624545" sldId="312"/>
        </pc:sldMkLst>
        <pc:spChg chg="mod">
          <ac:chgData name="Marc Chabot" userId="edf1aaf37886921c" providerId="LiveId" clId="{36E35DCF-1E38-456E-8DB6-7BEB4E5406AC}" dt="2026-04-12T18:57:30.384" v="180"/>
          <ac:spMkLst>
            <pc:docMk/>
            <pc:sldMk cId="3669624545" sldId="312"/>
            <ac:spMk id="2" creationId="{036076E9-8812-3008-9917-0AD6901CCE6C}"/>
          </ac:spMkLst>
        </pc:spChg>
        <pc:picChg chg="add mod">
          <ac:chgData name="Marc Chabot" userId="edf1aaf37886921c" providerId="LiveId" clId="{36E35DCF-1E38-456E-8DB6-7BEB4E5406AC}" dt="2026-04-12T18:57:40.784" v="182" actId="1076"/>
          <ac:picMkLst>
            <pc:docMk/>
            <pc:sldMk cId="3669624545" sldId="312"/>
            <ac:picMk id="4" creationId="{EC9CC90C-CB3C-9B86-02E9-C2B33F9C59A7}"/>
          </ac:picMkLst>
        </pc:picChg>
        <pc:picChg chg="add mod">
          <ac:chgData name="Marc Chabot" userId="edf1aaf37886921c" providerId="LiveId" clId="{36E35DCF-1E38-456E-8DB6-7BEB4E5406AC}" dt="2026-04-12T18:57:51.008" v="184" actId="1076"/>
          <ac:picMkLst>
            <pc:docMk/>
            <pc:sldMk cId="3669624545" sldId="312"/>
            <ac:picMk id="5" creationId="{3B68D6D2-07A4-7D33-E448-73B4F842A18A}"/>
          </ac:picMkLst>
        </pc:picChg>
      </pc:sldChg>
      <pc:sldChg chg="modSp add modNotesTx">
        <pc:chgData name="Marc Chabot" userId="edf1aaf37886921c" providerId="LiveId" clId="{36E35DCF-1E38-456E-8DB6-7BEB4E5406AC}" dt="2026-04-12T18:57:14.140" v="179" actId="20577"/>
        <pc:sldMkLst>
          <pc:docMk/>
          <pc:sldMk cId="2779647810" sldId="313"/>
        </pc:sldMkLst>
        <pc:spChg chg="mod">
          <ac:chgData name="Marc Chabot" userId="edf1aaf37886921c" providerId="LiveId" clId="{36E35DCF-1E38-456E-8DB6-7BEB4E5406AC}" dt="2026-04-12T18:56:46.234" v="118"/>
          <ac:spMkLst>
            <pc:docMk/>
            <pc:sldMk cId="2779647810" sldId="313"/>
            <ac:spMk id="2" creationId="{34DB6684-CB3B-A57F-FF5B-4B2A2094A83A}"/>
          </ac:spMkLst>
        </pc:spChg>
        <pc:spChg chg="mod">
          <ac:chgData name="Marc Chabot" userId="edf1aaf37886921c" providerId="LiveId" clId="{36E35DCF-1E38-456E-8DB6-7BEB4E5406AC}" dt="2026-04-12T18:56:56.753" v="120"/>
          <ac:spMkLst>
            <pc:docMk/>
            <pc:sldMk cId="2779647810" sldId="313"/>
            <ac:spMk id="3" creationId="{938D8185-514D-C60B-ADD4-E2E037EBAAC6}"/>
          </ac:spMkLst>
        </pc:spChg>
      </pc:sldChg>
      <pc:sldChg chg="addSp modSp add mod">
        <pc:chgData name="Marc Chabot" userId="edf1aaf37886921c" providerId="LiveId" clId="{36E35DCF-1E38-456E-8DB6-7BEB4E5406AC}" dt="2026-04-12T18:55:45.486" v="117" actId="27636"/>
        <pc:sldMkLst>
          <pc:docMk/>
          <pc:sldMk cId="706038456" sldId="314"/>
        </pc:sldMkLst>
        <pc:spChg chg="mod">
          <ac:chgData name="Marc Chabot" userId="edf1aaf37886921c" providerId="LiveId" clId="{36E35DCF-1E38-456E-8DB6-7BEB4E5406AC}" dt="2026-04-12T18:55:38.936" v="115"/>
          <ac:spMkLst>
            <pc:docMk/>
            <pc:sldMk cId="706038456" sldId="314"/>
            <ac:spMk id="2" creationId="{34A0E05C-1FD5-AA38-A8C6-C597A4FA4358}"/>
          </ac:spMkLst>
        </pc:spChg>
        <pc:spChg chg="mod">
          <ac:chgData name="Marc Chabot" userId="edf1aaf37886921c" providerId="LiveId" clId="{36E35DCF-1E38-456E-8DB6-7BEB4E5406AC}" dt="2026-04-12T18:55:45.486" v="117" actId="27636"/>
          <ac:spMkLst>
            <pc:docMk/>
            <pc:sldMk cId="706038456" sldId="314"/>
            <ac:spMk id="3" creationId="{5F430AA2-8ABB-87F3-0237-E45B7F0B5E2E}"/>
          </ac:spMkLst>
        </pc:spChg>
        <pc:picChg chg="add mod">
          <ac:chgData name="Marc Chabot" userId="edf1aaf37886921c" providerId="LiveId" clId="{36E35DCF-1E38-456E-8DB6-7BEB4E5406AC}" dt="2026-04-12T18:55:30.426" v="114"/>
          <ac:picMkLst>
            <pc:docMk/>
            <pc:sldMk cId="706038456" sldId="314"/>
            <ac:picMk id="4" creationId="{80D0A1A2-8BC9-C337-D73C-D64AF18B9B04}"/>
          </ac:picMkLst>
        </pc:picChg>
      </pc:sldChg>
      <pc:sldChg chg="addSp modSp add mod">
        <pc:chgData name="Marc Chabot" userId="edf1aaf37886921c" providerId="LiveId" clId="{36E35DCF-1E38-456E-8DB6-7BEB4E5406AC}" dt="2026-04-12T18:54:47.947" v="113" actId="122"/>
        <pc:sldMkLst>
          <pc:docMk/>
          <pc:sldMk cId="2347515627" sldId="315"/>
        </pc:sldMkLst>
        <pc:spChg chg="mod">
          <ac:chgData name="Marc Chabot" userId="edf1aaf37886921c" providerId="LiveId" clId="{36E35DCF-1E38-456E-8DB6-7BEB4E5406AC}" dt="2026-04-12T18:54:19.162" v="107"/>
          <ac:spMkLst>
            <pc:docMk/>
            <pc:sldMk cId="2347515627" sldId="315"/>
            <ac:spMk id="2" creationId="{4C29366B-D59F-23FD-E9DE-C473152F5CBC}"/>
          </ac:spMkLst>
        </pc:spChg>
        <pc:spChg chg="add mod">
          <ac:chgData name="Marc Chabot" userId="edf1aaf37886921c" providerId="LiveId" clId="{36E35DCF-1E38-456E-8DB6-7BEB4E5406AC}" dt="2026-04-12T18:54:47.947" v="113" actId="122"/>
          <ac:spMkLst>
            <pc:docMk/>
            <pc:sldMk cId="2347515627" sldId="315"/>
            <ac:spMk id="4" creationId="{9CD3286D-A9B6-9695-7BA2-8152AB842EC8}"/>
          </ac:spMkLst>
        </pc:spChg>
      </pc:sldChg>
      <pc:sldChg chg="addSp modSp add mod">
        <pc:chgData name="Marc Chabot" userId="edf1aaf37886921c" providerId="LiveId" clId="{36E35DCF-1E38-456E-8DB6-7BEB4E5406AC}" dt="2026-04-12T18:54:03.439" v="106" actId="1076"/>
        <pc:sldMkLst>
          <pc:docMk/>
          <pc:sldMk cId="3156553013" sldId="316"/>
        </pc:sldMkLst>
        <pc:spChg chg="mod">
          <ac:chgData name="Marc Chabot" userId="edf1aaf37886921c" providerId="LiveId" clId="{36E35DCF-1E38-456E-8DB6-7BEB4E5406AC}" dt="2026-04-12T18:53:56.672" v="104"/>
          <ac:spMkLst>
            <pc:docMk/>
            <pc:sldMk cId="3156553013" sldId="316"/>
            <ac:spMk id="2" creationId="{7252750B-66BB-F8CC-2F7F-99D437189B76}"/>
          </ac:spMkLst>
        </pc:spChg>
        <pc:picChg chg="add mod">
          <ac:chgData name="Marc Chabot" userId="edf1aaf37886921c" providerId="LiveId" clId="{36E35DCF-1E38-456E-8DB6-7BEB4E5406AC}" dt="2026-04-12T18:54:03.439" v="106" actId="1076"/>
          <ac:picMkLst>
            <pc:docMk/>
            <pc:sldMk cId="3156553013" sldId="316"/>
            <ac:picMk id="4" creationId="{DC989826-80E4-FEDB-E7B0-0B39F8EBE638}"/>
          </ac:picMkLst>
        </pc:picChg>
      </pc:sldChg>
      <pc:sldChg chg="addSp modSp add mod">
        <pc:chgData name="Marc Chabot" userId="edf1aaf37886921c" providerId="LiveId" clId="{36E35DCF-1E38-456E-8DB6-7BEB4E5406AC}" dt="2026-04-12T18:53:39.454" v="103" actId="1076"/>
        <pc:sldMkLst>
          <pc:docMk/>
          <pc:sldMk cId="1872432009" sldId="317"/>
        </pc:sldMkLst>
        <pc:spChg chg="mod">
          <ac:chgData name="Marc Chabot" userId="edf1aaf37886921c" providerId="LiveId" clId="{36E35DCF-1E38-456E-8DB6-7BEB4E5406AC}" dt="2026-04-12T18:53:25.535" v="100"/>
          <ac:spMkLst>
            <pc:docMk/>
            <pc:sldMk cId="1872432009" sldId="317"/>
            <ac:spMk id="2" creationId="{13906191-949B-9EBC-D652-BBCDD64032DF}"/>
          </ac:spMkLst>
        </pc:spChg>
        <pc:picChg chg="add mod">
          <ac:chgData name="Marc Chabot" userId="edf1aaf37886921c" providerId="LiveId" clId="{36E35DCF-1E38-456E-8DB6-7BEB4E5406AC}" dt="2026-04-12T18:53:39.454" v="103" actId="1076"/>
          <ac:picMkLst>
            <pc:docMk/>
            <pc:sldMk cId="1872432009" sldId="317"/>
            <ac:picMk id="4" creationId="{92A74875-D2E4-034A-5DB2-D1D3F48BF4BB}"/>
          </ac:picMkLst>
        </pc:picChg>
      </pc:sldChg>
      <pc:sldChg chg="modSp add mod">
        <pc:chgData name="Marc Chabot" userId="edf1aaf37886921c" providerId="LiveId" clId="{36E35DCF-1E38-456E-8DB6-7BEB4E5406AC}" dt="2026-04-12T18:58:51.635" v="195" actId="27636"/>
        <pc:sldMkLst>
          <pc:docMk/>
          <pc:sldMk cId="4225766637" sldId="318"/>
        </pc:sldMkLst>
        <pc:spChg chg="mod">
          <ac:chgData name="Marc Chabot" userId="edf1aaf37886921c" providerId="LiveId" clId="{36E35DCF-1E38-456E-8DB6-7BEB4E5406AC}" dt="2026-04-12T18:58:46.072" v="193"/>
          <ac:spMkLst>
            <pc:docMk/>
            <pc:sldMk cId="4225766637" sldId="318"/>
            <ac:spMk id="2" creationId="{0ED749F6-7043-023B-02CA-C951D53C10D9}"/>
          </ac:spMkLst>
        </pc:spChg>
        <pc:spChg chg="mod">
          <ac:chgData name="Marc Chabot" userId="edf1aaf37886921c" providerId="LiveId" clId="{36E35DCF-1E38-456E-8DB6-7BEB4E5406AC}" dt="2026-04-12T18:58:51.635" v="195" actId="27636"/>
          <ac:spMkLst>
            <pc:docMk/>
            <pc:sldMk cId="4225766637" sldId="318"/>
            <ac:spMk id="3" creationId="{E9BE9CAF-21D5-0908-0E54-DDD6A8B216F0}"/>
          </ac:spMkLst>
        </pc:spChg>
      </pc:sldChg>
      <pc:sldChg chg="modSp add mod replId">
        <pc:chgData name="Marc Chabot" userId="edf1aaf37886921c" providerId="LiveId" clId="{36E35DCF-1E38-456E-8DB6-7BEB4E5406AC}" dt="2026-04-12T18:59:08.657" v="198" actId="27636"/>
        <pc:sldMkLst>
          <pc:docMk/>
          <pc:sldMk cId="3066003539" sldId="319"/>
        </pc:sldMkLst>
        <pc:spChg chg="mod">
          <ac:chgData name="Marc Chabot" userId="edf1aaf37886921c" providerId="LiveId" clId="{36E35DCF-1E38-456E-8DB6-7BEB4E5406AC}" dt="2026-04-12T18:59:03.207" v="196"/>
          <ac:spMkLst>
            <pc:docMk/>
            <pc:sldMk cId="3066003539" sldId="319"/>
            <ac:spMk id="2" creationId="{DE1A7ABF-C390-359F-16FB-06466A6E988F}"/>
          </ac:spMkLst>
        </pc:spChg>
        <pc:spChg chg="mod">
          <ac:chgData name="Marc Chabot" userId="edf1aaf37886921c" providerId="LiveId" clId="{36E35DCF-1E38-456E-8DB6-7BEB4E5406AC}" dt="2026-04-12T18:59:08.657" v="198" actId="27636"/>
          <ac:spMkLst>
            <pc:docMk/>
            <pc:sldMk cId="3066003539" sldId="319"/>
            <ac:spMk id="3" creationId="{69E4AE10-9708-E1AD-6641-DC2ABFE2AD0D}"/>
          </ac:spMkLst>
        </pc:spChg>
      </pc:sldChg>
      <pc:sldChg chg="modSp add replId">
        <pc:chgData name="Marc Chabot" userId="edf1aaf37886921c" providerId="LiveId" clId="{36E35DCF-1E38-456E-8DB6-7BEB4E5406AC}" dt="2026-04-12T18:59:27.991" v="200"/>
        <pc:sldMkLst>
          <pc:docMk/>
          <pc:sldMk cId="4244663357" sldId="320"/>
        </pc:sldMkLst>
        <pc:spChg chg="mod">
          <ac:chgData name="Marc Chabot" userId="edf1aaf37886921c" providerId="LiveId" clId="{36E35DCF-1E38-456E-8DB6-7BEB4E5406AC}" dt="2026-04-12T18:59:22.853" v="199"/>
          <ac:spMkLst>
            <pc:docMk/>
            <pc:sldMk cId="4244663357" sldId="320"/>
            <ac:spMk id="2" creationId="{BB930363-A048-B70F-ECCB-B1CEFBFB00A1}"/>
          </ac:spMkLst>
        </pc:spChg>
        <pc:spChg chg="mod">
          <ac:chgData name="Marc Chabot" userId="edf1aaf37886921c" providerId="LiveId" clId="{36E35DCF-1E38-456E-8DB6-7BEB4E5406AC}" dt="2026-04-12T18:59:27.991" v="200"/>
          <ac:spMkLst>
            <pc:docMk/>
            <pc:sldMk cId="4244663357" sldId="320"/>
            <ac:spMk id="3" creationId="{3763285C-4004-C361-AE3F-F722A4D40CFF}"/>
          </ac:spMkLst>
        </pc:spChg>
      </pc:sldChg>
      <pc:sldChg chg="modSp add replId">
        <pc:chgData name="Marc Chabot" userId="edf1aaf37886921c" providerId="LiveId" clId="{36E35DCF-1E38-456E-8DB6-7BEB4E5406AC}" dt="2026-04-12T18:59:54.351" v="202"/>
        <pc:sldMkLst>
          <pc:docMk/>
          <pc:sldMk cId="3248512978" sldId="321"/>
        </pc:sldMkLst>
        <pc:spChg chg="mod">
          <ac:chgData name="Marc Chabot" userId="edf1aaf37886921c" providerId="LiveId" clId="{36E35DCF-1E38-456E-8DB6-7BEB4E5406AC}" dt="2026-04-12T18:59:49.241" v="201"/>
          <ac:spMkLst>
            <pc:docMk/>
            <pc:sldMk cId="3248512978" sldId="321"/>
            <ac:spMk id="2" creationId="{3CD7A9EE-64A2-DBA2-89B4-C2B958D08EAB}"/>
          </ac:spMkLst>
        </pc:spChg>
        <pc:spChg chg="mod">
          <ac:chgData name="Marc Chabot" userId="edf1aaf37886921c" providerId="LiveId" clId="{36E35DCF-1E38-456E-8DB6-7BEB4E5406AC}" dt="2026-04-12T18:59:54.351" v="202"/>
          <ac:spMkLst>
            <pc:docMk/>
            <pc:sldMk cId="3248512978" sldId="321"/>
            <ac:spMk id="3" creationId="{8ED09B23-378F-8977-11CC-C757CAF627C9}"/>
          </ac:spMkLst>
        </pc:spChg>
      </pc:sldChg>
      <pc:sldChg chg="modSp add replId">
        <pc:chgData name="Marc Chabot" userId="edf1aaf37886921c" providerId="LiveId" clId="{36E35DCF-1E38-456E-8DB6-7BEB4E5406AC}" dt="2026-04-12T19:00:02.973" v="203"/>
        <pc:sldMkLst>
          <pc:docMk/>
          <pc:sldMk cId="3509702194" sldId="322"/>
        </pc:sldMkLst>
        <pc:spChg chg="mod">
          <ac:chgData name="Marc Chabot" userId="edf1aaf37886921c" providerId="LiveId" clId="{36E35DCF-1E38-456E-8DB6-7BEB4E5406AC}" dt="2026-04-12T19:00:02.973" v="203"/>
          <ac:spMkLst>
            <pc:docMk/>
            <pc:sldMk cId="3509702194" sldId="322"/>
            <ac:spMk id="2" creationId="{86CF1E6F-DDBD-798C-E57F-988C8C4438EF}"/>
          </ac:spMkLst>
        </pc:spChg>
      </pc:sldChg>
      <pc:sldChg chg="modSp add mod replId">
        <pc:chgData name="Marc Chabot" userId="edf1aaf37886921c" providerId="LiveId" clId="{36E35DCF-1E38-456E-8DB6-7BEB4E5406AC}" dt="2026-04-12T19:00:17.979" v="206" actId="27636"/>
        <pc:sldMkLst>
          <pc:docMk/>
          <pc:sldMk cId="176426371" sldId="323"/>
        </pc:sldMkLst>
        <pc:spChg chg="mod">
          <ac:chgData name="Marc Chabot" userId="edf1aaf37886921c" providerId="LiveId" clId="{36E35DCF-1E38-456E-8DB6-7BEB4E5406AC}" dt="2026-04-12T19:00:12.827" v="204"/>
          <ac:spMkLst>
            <pc:docMk/>
            <pc:sldMk cId="176426371" sldId="323"/>
            <ac:spMk id="2" creationId="{1C5B332C-6607-448C-6A70-60E8807AB8AB}"/>
          </ac:spMkLst>
        </pc:spChg>
        <pc:spChg chg="mod">
          <ac:chgData name="Marc Chabot" userId="edf1aaf37886921c" providerId="LiveId" clId="{36E35DCF-1E38-456E-8DB6-7BEB4E5406AC}" dt="2026-04-12T19:00:17.979" v="206" actId="27636"/>
          <ac:spMkLst>
            <pc:docMk/>
            <pc:sldMk cId="176426371" sldId="323"/>
            <ac:spMk id="3" creationId="{A370881F-D14D-27C4-1E13-148FDDE6B7AD}"/>
          </ac:spMkLst>
        </pc:spChg>
      </pc:sldChg>
      <pc:sldChg chg="add del replId">
        <pc:chgData name="Marc Chabot" userId="edf1aaf37886921c" providerId="LiveId" clId="{36E35DCF-1E38-456E-8DB6-7BEB4E5406AC}" dt="2026-04-12T19:00:44.510" v="208" actId="47"/>
        <pc:sldMkLst>
          <pc:docMk/>
          <pc:sldMk cId="1000214349" sldId="324"/>
        </pc:sldMkLst>
      </pc:sldChg>
      <pc:sldChg chg="add">
        <pc:chgData name="Marc Chabot" userId="edf1aaf37886921c" providerId="LiveId" clId="{36E35DCF-1E38-456E-8DB6-7BEB4E5406AC}" dt="2026-04-13T17:44:49.078" v="212" actId="2890"/>
        <pc:sldMkLst>
          <pc:docMk/>
          <pc:sldMk cId="1478130604" sldId="324"/>
        </pc:sldMkLst>
      </pc:sldChg>
      <pc:sldChg chg="add del replId">
        <pc:chgData name="Marc Chabot" userId="edf1aaf37886921c" providerId="LiveId" clId="{36E35DCF-1E38-456E-8DB6-7BEB4E5406AC}" dt="2026-04-12T19:00:44.510" v="208" actId="47"/>
        <pc:sldMkLst>
          <pc:docMk/>
          <pc:sldMk cId="3811132781" sldId="325"/>
        </pc:sldMkLst>
      </pc:sldChg>
      <pc:sldChg chg="add del replId">
        <pc:chgData name="Marc Chabot" userId="edf1aaf37886921c" providerId="LiveId" clId="{36E35DCF-1E38-456E-8DB6-7BEB4E5406AC}" dt="2026-04-12T19:00:44.510" v="208" actId="47"/>
        <pc:sldMkLst>
          <pc:docMk/>
          <pc:sldMk cId="3511580917" sldId="326"/>
        </pc:sldMkLst>
      </pc:sldChg>
      <pc:sldChg chg="add del">
        <pc:chgData name="Marc Chabot" userId="edf1aaf37886921c" providerId="LiveId" clId="{36E35DCF-1E38-456E-8DB6-7BEB4E5406AC}" dt="2026-04-12T19:00:44.510" v="208" actId="47"/>
        <pc:sldMkLst>
          <pc:docMk/>
          <pc:sldMk cId="3394340764" sldId="327"/>
        </pc:sldMkLst>
      </pc:sldChg>
      <pc:sldChg chg="add del replId">
        <pc:chgData name="Marc Chabot" userId="edf1aaf37886921c" providerId="LiveId" clId="{36E35DCF-1E38-456E-8DB6-7BEB4E5406AC}" dt="2026-04-12T19:00:34.486" v="207" actId="2696"/>
        <pc:sldMkLst>
          <pc:docMk/>
          <pc:sldMk cId="3238510332" sldId="328"/>
        </pc:sldMkLst>
      </pc:sldChg>
      <pc:sldChg chg="add del replId">
        <pc:chgData name="Marc Chabot" userId="edf1aaf37886921c" providerId="LiveId" clId="{36E35DCF-1E38-456E-8DB6-7BEB4E5406AC}" dt="2026-04-12T19:00:34.486" v="207" actId="2696"/>
        <pc:sldMkLst>
          <pc:docMk/>
          <pc:sldMk cId="4250424634" sldId="329"/>
        </pc:sldMkLst>
      </pc:sldChg>
      <pc:sldChg chg="add del replId">
        <pc:chgData name="Marc Chabot" userId="edf1aaf37886921c" providerId="LiveId" clId="{36E35DCF-1E38-456E-8DB6-7BEB4E5406AC}" dt="2026-04-12T19:00:34.486" v="207" actId="2696"/>
        <pc:sldMkLst>
          <pc:docMk/>
          <pc:sldMk cId="2330316384" sldId="330"/>
        </pc:sldMkLst>
      </pc:sldChg>
      <pc:sldChg chg="add del replId">
        <pc:chgData name="Marc Chabot" userId="edf1aaf37886921c" providerId="LiveId" clId="{36E35DCF-1E38-456E-8DB6-7BEB4E5406AC}" dt="2026-04-12T19:00:34.486" v="207" actId="2696"/>
        <pc:sldMkLst>
          <pc:docMk/>
          <pc:sldMk cId="398431356" sldId="331"/>
        </pc:sldMkLst>
      </pc:sldChg>
      <pc:sldChg chg="add del replId">
        <pc:chgData name="Marc Chabot" userId="edf1aaf37886921c" providerId="LiveId" clId="{36E35DCF-1E38-456E-8DB6-7BEB4E5406AC}" dt="2026-04-12T19:00:34.486" v="207" actId="2696"/>
        <pc:sldMkLst>
          <pc:docMk/>
          <pc:sldMk cId="1072085575" sldId="332"/>
        </pc:sldMkLst>
      </pc:sldChg>
      <pc:sldChg chg="add del replId">
        <pc:chgData name="Marc Chabot" userId="edf1aaf37886921c" providerId="LiveId" clId="{36E35DCF-1E38-456E-8DB6-7BEB4E5406AC}" dt="2026-04-12T19:00:34.486" v="207" actId="2696"/>
        <pc:sldMkLst>
          <pc:docMk/>
          <pc:sldMk cId="2616291464" sldId="3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AB731-D18C-4D6D-825C-4C08F270969E}"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929498-32FB-4F2B-97EB-29EA9206112E}" type="slidenum">
              <a:rPr lang="en-US" smtClean="0"/>
              <a:t>‹#›</a:t>
            </a:fld>
            <a:endParaRPr lang="en-US"/>
          </a:p>
        </p:txBody>
      </p:sp>
    </p:spTree>
    <p:extLst>
      <p:ext uri="{BB962C8B-B14F-4D97-AF65-F5344CB8AC3E}">
        <p14:creationId xmlns:p14="http://schemas.microsoft.com/office/powerpoint/2010/main" val="334812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a:t>
            </a:r>
            <a:r>
              <a:rPr lang="en-US" dirty="0" err="1"/>
              <a:t>montor</a:t>
            </a:r>
            <a:endParaRPr lang="en-US" dirty="0"/>
          </a:p>
          <a:p>
            <a:r>
              <a:rPr lang="en-US" dirty="0"/>
              <a:t>Application Insights</a:t>
            </a:r>
          </a:p>
          <a:p>
            <a:r>
              <a:rPr lang="en-US" dirty="0"/>
              <a:t>Power BI Report</a:t>
            </a:r>
          </a:p>
          <a:p>
            <a:r>
              <a:rPr lang="en-US" dirty="0"/>
              <a:t>Database indexes</a:t>
            </a:r>
          </a:p>
          <a:p>
            <a:r>
              <a:rPr lang="en-US" dirty="0"/>
              <a:t>Locked Tables</a:t>
            </a:r>
          </a:p>
          <a:p>
            <a:r>
              <a:rPr lang="en-US" dirty="0"/>
              <a:t>A lot to cover… Can’t do live demo, BC behaves during this demo.</a:t>
            </a:r>
          </a:p>
          <a:p>
            <a:r>
              <a:rPr lang="en-US" dirty="0"/>
              <a:t>Had to do a lot of slides….</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4</a:t>
            </a:fld>
            <a:endParaRPr lang="en-US"/>
          </a:p>
        </p:txBody>
      </p:sp>
    </p:spTree>
    <p:extLst>
      <p:ext uri="{BB962C8B-B14F-4D97-AF65-F5344CB8AC3E}">
        <p14:creationId xmlns:p14="http://schemas.microsoft.com/office/powerpoint/2010/main" val="2391555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are all in this together!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can do this… we are locked in… keep your eyes on me, don’t look at the slide count! We can do this together!</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5</a:t>
            </a:fld>
            <a:endParaRPr lang="en-US"/>
          </a:p>
        </p:txBody>
      </p:sp>
    </p:spTree>
    <p:extLst>
      <p:ext uri="{BB962C8B-B14F-4D97-AF65-F5344CB8AC3E}">
        <p14:creationId xmlns:p14="http://schemas.microsoft.com/office/powerpoint/2010/main" val="208746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621A-CAB5-13E7-8A16-1BB4A7D6A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C4A46-D359-F9D2-41EA-1D36160C5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E5504-2363-AD8C-F5D4-046BA146C6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Profiling vs monitoring – Targeted search for an issue vs. recording performance over time to build a trend.</a:t>
            </a:r>
          </a:p>
          <a:p>
            <a:endParaRPr lang="en-US" dirty="0"/>
          </a:p>
        </p:txBody>
      </p:sp>
      <p:sp>
        <p:nvSpPr>
          <p:cNvPr id="4" name="Slide Number Placeholder 3">
            <a:extLst>
              <a:ext uri="{FF2B5EF4-FFF2-40B4-BE49-F238E27FC236}">
                <a16:creationId xmlns:a16="http://schemas.microsoft.com/office/drawing/2014/main" id="{916B1B69-BF3B-69F6-9C42-919D8D60559E}"/>
              </a:ext>
            </a:extLst>
          </p:cNvPr>
          <p:cNvSpPr>
            <a:spLocks noGrp="1"/>
          </p:cNvSpPr>
          <p:nvPr>
            <p:ph type="sldNum" sz="quarter" idx="5"/>
          </p:nvPr>
        </p:nvSpPr>
        <p:spPr/>
        <p:txBody>
          <a:bodyPr/>
          <a:lstStyle/>
          <a:p>
            <a:fld id="{F0929498-32FB-4F2B-97EB-29EA9206112E}" type="slidenum">
              <a:rPr lang="en-US" smtClean="0"/>
              <a:t>6</a:t>
            </a:fld>
            <a:endParaRPr lang="en-US"/>
          </a:p>
        </p:txBody>
      </p:sp>
    </p:spTree>
    <p:extLst>
      <p:ext uri="{BB962C8B-B14F-4D97-AF65-F5344CB8AC3E}">
        <p14:creationId xmlns:p14="http://schemas.microsoft.com/office/powerpoint/2010/main" val="1545806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Profiling vs monitoring – Targeted search for an issue vs. recording performance over time to build a trend.</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7</a:t>
            </a:fld>
            <a:endParaRPr lang="en-US"/>
          </a:p>
        </p:txBody>
      </p:sp>
    </p:spTree>
    <p:extLst>
      <p:ext uri="{BB962C8B-B14F-4D97-AF65-F5344CB8AC3E}">
        <p14:creationId xmlns:p14="http://schemas.microsoft.com/office/powerpoint/2010/main" val="3508250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of telemetry data keeps going up, but then again, so does Starbucks coffee costs.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Profiling vs monitoring.</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28</a:t>
            </a:fld>
            <a:endParaRPr lang="en-US"/>
          </a:p>
        </p:txBody>
      </p:sp>
    </p:spTree>
    <p:extLst>
      <p:ext uri="{BB962C8B-B14F-4D97-AF65-F5344CB8AC3E}">
        <p14:creationId xmlns:p14="http://schemas.microsoft.com/office/powerpoint/2010/main" val="3392161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the redacted connection string!</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35</a:t>
            </a:fld>
            <a:endParaRPr lang="en-US"/>
          </a:p>
        </p:txBody>
      </p:sp>
    </p:spTree>
    <p:extLst>
      <p:ext uri="{BB962C8B-B14F-4D97-AF65-F5344CB8AC3E}">
        <p14:creationId xmlns:p14="http://schemas.microsoft.com/office/powerpoint/2010/main" val="105914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Peoples work will be interrupted and handhelds will require a reconnect</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36</a:t>
            </a:fld>
            <a:endParaRPr lang="en-US"/>
          </a:p>
        </p:txBody>
      </p:sp>
    </p:spTree>
    <p:extLst>
      <p:ext uri="{BB962C8B-B14F-4D97-AF65-F5344CB8AC3E}">
        <p14:creationId xmlns:p14="http://schemas.microsoft.com/office/powerpoint/2010/main" val="1560004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 glad I worked the word “scads” in here, it means a lot to me.</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40</a:t>
            </a:fld>
            <a:endParaRPr lang="en-US"/>
          </a:p>
        </p:txBody>
      </p:sp>
    </p:spTree>
    <p:extLst>
      <p:ext uri="{BB962C8B-B14F-4D97-AF65-F5344CB8AC3E}">
        <p14:creationId xmlns:p14="http://schemas.microsoft.com/office/powerpoint/2010/main" val="3558921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Central Performance Toolkit Extension, Power BI Reports based on Application Insights.</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55</a:t>
            </a:fld>
            <a:endParaRPr lang="en-US"/>
          </a:p>
        </p:txBody>
      </p:sp>
    </p:spTree>
    <p:extLst>
      <p:ext uri="{BB962C8B-B14F-4D97-AF65-F5344CB8AC3E}">
        <p14:creationId xmlns:p14="http://schemas.microsoft.com/office/powerpoint/2010/main" val="3592683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Network Duration: The time it takes for the browser to connect to the web page. If this number is high, the computer may be having an issue on the local network, or there is an issue between the network and the Azure hosting of Business Central. This is the low-level computers connecting to computers phase.</a:t>
            </a:r>
          </a:p>
          <a:p>
            <a:pPr>
              <a:buNone/>
            </a:pPr>
            <a:endParaRPr lang="en-US" dirty="0"/>
          </a:p>
          <a:p>
            <a:pPr>
              <a:buNone/>
            </a:pPr>
            <a:r>
              <a:rPr lang="en-US" dirty="0"/>
              <a:t>Send Duration: This is the time, after the computer has connected to the server, for the request to be sent. Retrieving records this should be very fast; on saving of a record this could be slower.</a:t>
            </a:r>
          </a:p>
          <a:p>
            <a:pPr>
              <a:buNone/>
            </a:pPr>
            <a:endParaRPr lang="en-US" dirty="0"/>
          </a:p>
          <a:p>
            <a:pPr>
              <a:buNone/>
            </a:pPr>
            <a:r>
              <a:rPr lang="en-US" dirty="0"/>
              <a:t>Receive Duration: The amount of time it takes to receive the data from the server. This can become slow if there is a lot of data, graphics, and other elements on the page.</a:t>
            </a:r>
          </a:p>
          <a:p>
            <a:pPr>
              <a:buNone/>
            </a:pPr>
            <a:endParaRPr lang="en-US" dirty="0"/>
          </a:p>
          <a:p>
            <a:pPr>
              <a:buNone/>
            </a:pPr>
            <a:r>
              <a:rPr lang="en-US" dirty="0"/>
              <a:t>Processing Duration: This is the bulk of the time spend on a page. This is the time to render the page, display all the elements, perform any page scripts, the basic DOM load tasks. If this starts taking too long, you may consider reducing the number of elements on the page. Creating task specific pages can greatly reduce the Processing duration.</a:t>
            </a:r>
          </a:p>
          <a:p>
            <a:endParaRPr lang="en-US" dirty="0"/>
          </a:p>
          <a:p>
            <a:r>
              <a:rPr lang="en-US" dirty="0"/>
              <a:t>Processing duration can also be impacted by other browser tasks that are running. Having a lot of tabs open, having streaming music running in one of those tabs, and the scrolling news page in another tab, all these tabs are consuming browser resources and consuming the available page processing resources. When I'm debugging a slow page issue, I always ask for a screen shot including all open tabs.</a:t>
            </a:r>
          </a:p>
          <a:p>
            <a:endParaRPr lang="en-US" dirty="0"/>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57</a:t>
            </a:fld>
            <a:endParaRPr lang="en-US"/>
          </a:p>
        </p:txBody>
      </p:sp>
    </p:spTree>
    <p:extLst>
      <p:ext uri="{BB962C8B-B14F-4D97-AF65-F5344CB8AC3E}">
        <p14:creationId xmlns:p14="http://schemas.microsoft.com/office/powerpoint/2010/main" val="2253057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Slow Object, Slow SQL</a:t>
            </a:r>
          </a:p>
          <a:p>
            <a:r>
              <a:rPr lang="en-US" dirty="0"/>
              <a:t>Rollups don’t calculate when not on the screen</a:t>
            </a:r>
          </a:p>
        </p:txBody>
      </p:sp>
      <p:sp>
        <p:nvSpPr>
          <p:cNvPr id="4" name="Slide Number Placeholder 3"/>
          <p:cNvSpPr>
            <a:spLocks noGrp="1"/>
          </p:cNvSpPr>
          <p:nvPr>
            <p:ph type="sldNum" sz="quarter" idx="5"/>
          </p:nvPr>
        </p:nvSpPr>
        <p:spPr/>
        <p:txBody>
          <a:bodyPr/>
          <a:lstStyle/>
          <a:p>
            <a:fld id="{F0929498-32FB-4F2B-97EB-29EA9206112E}" type="slidenum">
              <a:rPr lang="en-US" smtClean="0"/>
              <a:t>58</a:t>
            </a:fld>
            <a:endParaRPr lang="en-US"/>
          </a:p>
        </p:txBody>
      </p:sp>
    </p:spTree>
    <p:extLst>
      <p:ext uri="{BB962C8B-B14F-4D97-AF65-F5344CB8AC3E}">
        <p14:creationId xmlns:p14="http://schemas.microsoft.com/office/powerpoint/2010/main" val="3734083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Sum Index Field Technology = Makes SUM Flow Fields FASTER</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61</a:t>
            </a:fld>
            <a:endParaRPr lang="en-US"/>
          </a:p>
        </p:txBody>
      </p:sp>
    </p:spTree>
    <p:extLst>
      <p:ext uri="{BB962C8B-B14F-4D97-AF65-F5344CB8AC3E}">
        <p14:creationId xmlns:p14="http://schemas.microsoft.com/office/powerpoint/2010/main" val="524647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gives you TWO databases! The second is a </a:t>
            </a:r>
            <a:r>
              <a:rPr lang="en-US" dirty="0" err="1"/>
              <a:t>realtime</a:t>
            </a:r>
            <a:r>
              <a:rPr lang="en-US" dirty="0"/>
              <a:t> clone of the primary database specifically for reporting.</a:t>
            </a:r>
          </a:p>
          <a:p>
            <a:r>
              <a:rPr lang="en-US" dirty="0"/>
              <a:t>These Read Only APIs should be the primary source for all Power BI, or Connect Excel reporting data.</a:t>
            </a:r>
          </a:p>
          <a:p>
            <a:endParaRPr lang="en-US" dirty="0"/>
          </a:p>
        </p:txBody>
      </p:sp>
      <p:sp>
        <p:nvSpPr>
          <p:cNvPr id="4" name="Slide Number Placeholder 3"/>
          <p:cNvSpPr>
            <a:spLocks noGrp="1"/>
          </p:cNvSpPr>
          <p:nvPr>
            <p:ph type="sldNum" sz="quarter" idx="5"/>
          </p:nvPr>
        </p:nvSpPr>
        <p:spPr/>
        <p:txBody>
          <a:bodyPr/>
          <a:lstStyle/>
          <a:p>
            <a:fld id="{F0929498-32FB-4F2B-97EB-29EA9206112E}" type="slidenum">
              <a:rPr lang="en-US" smtClean="0"/>
              <a:t>64</a:t>
            </a:fld>
            <a:endParaRPr lang="en-US"/>
          </a:p>
        </p:txBody>
      </p:sp>
    </p:spTree>
    <p:extLst>
      <p:ext uri="{BB962C8B-B14F-4D97-AF65-F5344CB8AC3E}">
        <p14:creationId xmlns:p14="http://schemas.microsoft.com/office/powerpoint/2010/main" val="25274246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4B94-F860-D28A-EB9E-CB2EDFB9CE43}"/>
              </a:ext>
            </a:extLst>
          </p:cNvPr>
          <p:cNvSpPr>
            <a:spLocks noGrp="1"/>
          </p:cNvSpPr>
          <p:nvPr>
            <p:ph type="ctrTitle"/>
          </p:nvPr>
        </p:nvSpPr>
        <p:spPr>
          <a:xfrm>
            <a:off x="256031" y="1124711"/>
            <a:ext cx="11705309" cy="2205188"/>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27E74F-102D-9764-F226-71CEB999599E}"/>
              </a:ext>
            </a:extLst>
          </p:cNvPr>
          <p:cNvSpPr>
            <a:spLocks noGrp="1"/>
          </p:cNvSpPr>
          <p:nvPr>
            <p:ph type="subTitle" idx="1"/>
          </p:nvPr>
        </p:nvSpPr>
        <p:spPr>
          <a:xfrm>
            <a:off x="256031" y="3429000"/>
            <a:ext cx="11705309" cy="240338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75472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AE36-AA13-0BE1-FD85-A0BC9AD1CF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14D94E-F780-AB52-177F-EC3A24F4D7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803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39EB671-A1FF-B967-E92E-5FD6AB05C967}"/>
              </a:ext>
            </a:extLst>
          </p:cNvPr>
          <p:cNvSpPr>
            <a:spLocks noGrp="1"/>
          </p:cNvSpPr>
          <p:nvPr>
            <p:ph type="ctrTitle"/>
          </p:nvPr>
        </p:nvSpPr>
        <p:spPr>
          <a:xfrm>
            <a:off x="256031" y="1124711"/>
            <a:ext cx="11705309" cy="2205188"/>
          </a:xfrm>
        </p:spPr>
        <p:txBody>
          <a:bodyPr anchor="b"/>
          <a:lstStyle>
            <a:lvl1pPr algn="ctr">
              <a:defRPr sz="60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6B0B3EA8-C77D-17C4-F321-ED64D7A85E4C}"/>
              </a:ext>
            </a:extLst>
          </p:cNvPr>
          <p:cNvSpPr>
            <a:spLocks noGrp="1"/>
          </p:cNvSpPr>
          <p:nvPr>
            <p:ph type="subTitle" idx="1"/>
          </p:nvPr>
        </p:nvSpPr>
        <p:spPr>
          <a:xfrm>
            <a:off x="256031" y="3429000"/>
            <a:ext cx="11705309" cy="240338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86479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E319-AF6D-F24E-1F5E-F6C593D08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D21D92-3D10-6C26-7901-01D8F3388C34}"/>
              </a:ext>
            </a:extLst>
          </p:cNvPr>
          <p:cNvSpPr>
            <a:spLocks noGrp="1"/>
          </p:cNvSpPr>
          <p:nvPr>
            <p:ph sz="half" idx="1"/>
          </p:nvPr>
        </p:nvSpPr>
        <p:spPr>
          <a:xfrm>
            <a:off x="259492" y="1825625"/>
            <a:ext cx="5760308" cy="40191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E9B6AEB-24D3-F41E-A298-C35F0AB6B2A5}"/>
              </a:ext>
            </a:extLst>
          </p:cNvPr>
          <p:cNvSpPr>
            <a:spLocks noGrp="1"/>
          </p:cNvSpPr>
          <p:nvPr>
            <p:ph sz="half" idx="2"/>
          </p:nvPr>
        </p:nvSpPr>
        <p:spPr>
          <a:xfrm>
            <a:off x="6172200" y="1825625"/>
            <a:ext cx="5739714" cy="40191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915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CEE4-71B3-E3DB-9D97-9167E3D5ADC3}"/>
              </a:ext>
            </a:extLst>
          </p:cNvPr>
          <p:cNvSpPr>
            <a:spLocks noGrp="1"/>
          </p:cNvSpPr>
          <p:nvPr>
            <p:ph type="title"/>
          </p:nvPr>
        </p:nvSpPr>
        <p:spPr>
          <a:xfrm>
            <a:off x="256032" y="292608"/>
            <a:ext cx="116524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FAA665E-3534-B914-C000-4E3ED1DB53E4}"/>
              </a:ext>
            </a:extLst>
          </p:cNvPr>
          <p:cNvSpPr>
            <a:spLocks noGrp="1"/>
          </p:cNvSpPr>
          <p:nvPr>
            <p:ph type="body" idx="1"/>
          </p:nvPr>
        </p:nvSpPr>
        <p:spPr>
          <a:xfrm>
            <a:off x="256032" y="1681163"/>
            <a:ext cx="5741543" cy="823912"/>
          </a:xfrm>
        </p:spPr>
        <p:txBody>
          <a:bodyPr anchor="b"/>
          <a:lstStyle>
            <a:lvl1pPr marL="0" indent="0">
              <a:buNone/>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F44B81-E484-DAEB-5713-8C1066F383B4}"/>
              </a:ext>
            </a:extLst>
          </p:cNvPr>
          <p:cNvSpPr>
            <a:spLocks noGrp="1"/>
          </p:cNvSpPr>
          <p:nvPr>
            <p:ph sz="half" idx="2"/>
          </p:nvPr>
        </p:nvSpPr>
        <p:spPr>
          <a:xfrm>
            <a:off x="233808" y="2505075"/>
            <a:ext cx="5763767" cy="3352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CB50D5-7677-1304-9A3B-0C93976406B2}"/>
              </a:ext>
            </a:extLst>
          </p:cNvPr>
          <p:cNvSpPr>
            <a:spLocks noGrp="1"/>
          </p:cNvSpPr>
          <p:nvPr>
            <p:ph type="body" sz="quarter" idx="3"/>
          </p:nvPr>
        </p:nvSpPr>
        <p:spPr>
          <a:xfrm>
            <a:off x="6172200" y="1681163"/>
            <a:ext cx="5736254" cy="823912"/>
          </a:xfrm>
        </p:spPr>
        <p:txBody>
          <a:bodyPr anchor="b"/>
          <a:lstStyle>
            <a:lvl1pPr marL="0" indent="0">
              <a:buNone/>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7EE940-C7F5-3146-06E7-22E1FD711957}"/>
              </a:ext>
            </a:extLst>
          </p:cNvPr>
          <p:cNvSpPr>
            <a:spLocks noGrp="1"/>
          </p:cNvSpPr>
          <p:nvPr>
            <p:ph sz="quarter" idx="4"/>
          </p:nvPr>
        </p:nvSpPr>
        <p:spPr>
          <a:xfrm>
            <a:off x="6172200" y="2505075"/>
            <a:ext cx="5763768" cy="3352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722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EA2E-F51A-9531-CCE4-09C1AF1FB9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3308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137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A73D-51C9-D55A-1285-B994326DC514}"/>
              </a:ext>
            </a:extLst>
          </p:cNvPr>
          <p:cNvSpPr>
            <a:spLocks noGrp="1"/>
          </p:cNvSpPr>
          <p:nvPr>
            <p:ph type="title"/>
          </p:nvPr>
        </p:nvSpPr>
        <p:spPr>
          <a:xfrm>
            <a:off x="256032" y="292608"/>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B228C6-176B-32FC-5BBA-295B8F064E00}"/>
              </a:ext>
            </a:extLst>
          </p:cNvPr>
          <p:cNvSpPr>
            <a:spLocks noGrp="1"/>
          </p:cNvSpPr>
          <p:nvPr>
            <p:ph idx="1"/>
          </p:nvPr>
        </p:nvSpPr>
        <p:spPr>
          <a:xfrm>
            <a:off x="4337222" y="292609"/>
            <a:ext cx="7598746" cy="556844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CB5F51-39FC-6D4E-1550-ECAD7F4D313B}"/>
              </a:ext>
            </a:extLst>
          </p:cNvPr>
          <p:cNvSpPr>
            <a:spLocks noGrp="1"/>
          </p:cNvSpPr>
          <p:nvPr>
            <p:ph type="body" sz="half" idx="2"/>
          </p:nvPr>
        </p:nvSpPr>
        <p:spPr>
          <a:xfrm>
            <a:off x="256032" y="2057400"/>
            <a:ext cx="3932237" cy="38036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29859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DBC5C-7F01-BD31-2D54-1DA0FD41C6E7}"/>
              </a:ext>
            </a:extLst>
          </p:cNvPr>
          <p:cNvSpPr>
            <a:spLocks noGrp="1"/>
          </p:cNvSpPr>
          <p:nvPr>
            <p:ph type="title"/>
          </p:nvPr>
        </p:nvSpPr>
        <p:spPr>
          <a:xfrm>
            <a:off x="259492" y="290985"/>
            <a:ext cx="1165242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910E63-195B-A1A5-61CA-AF08212FC9BC}"/>
              </a:ext>
            </a:extLst>
          </p:cNvPr>
          <p:cNvSpPr>
            <a:spLocks noGrp="1"/>
          </p:cNvSpPr>
          <p:nvPr>
            <p:ph type="body" idx="1"/>
          </p:nvPr>
        </p:nvSpPr>
        <p:spPr>
          <a:xfrm>
            <a:off x="259492" y="1825625"/>
            <a:ext cx="11652422" cy="39820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367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b="1" i="0" kern="1200">
          <a:solidFill>
            <a:srgbClr val="33A0DA"/>
          </a:solidFill>
          <a:latin typeface="Open Sans Semibold" panose="020B0606030504020204" pitchFamily="34" charset="0"/>
          <a:ea typeface="Open Sans Semibold" panose="020B0606030504020204" pitchFamily="34" charset="0"/>
          <a:cs typeface="Open Sans Semibold" panose="020B0606030504020204" pitchFamily="34" charset="0"/>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sz="24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sz="20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aardvarklabs.blog/2024/10/25/development-of-responsive-al-code-with-the-al-performance-tools/" TargetMode="External"/><Relationship Id="rId2" Type="http://schemas.openxmlformats.org/officeDocument/2006/relationships/hyperlink" Target="https://aardvarklabs.blog/2024/10/11/monitor-business-central-performance-with-performance-profiling/" TargetMode="External"/><Relationship Id="rId1" Type="http://schemas.openxmlformats.org/officeDocument/2006/relationships/slideLayout" Target="../slideLayouts/slideLayout2.xml"/><Relationship Id="rId4" Type="http://schemas.openxmlformats.org/officeDocument/2006/relationships/hyperlink" Target="https://aardvarklabs.blog/2024/10/04/monitor-business-central-performance-with-application-insights/"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0F11-050F-E9DC-3E49-BBC7CB51B63C}"/>
              </a:ext>
            </a:extLst>
          </p:cNvPr>
          <p:cNvSpPr>
            <a:spLocks noGrp="1"/>
          </p:cNvSpPr>
          <p:nvPr>
            <p:ph type="ctrTitle"/>
          </p:nvPr>
        </p:nvSpPr>
        <p:spPr/>
        <p:txBody>
          <a:bodyPr/>
          <a:lstStyle/>
          <a:p>
            <a:r>
              <a:rPr lang="en-US" dirty="0"/>
              <a:t>Business Central Telemetry</a:t>
            </a:r>
          </a:p>
        </p:txBody>
      </p:sp>
      <p:sp>
        <p:nvSpPr>
          <p:cNvPr id="3" name="Subtitle 2">
            <a:extLst>
              <a:ext uri="{FF2B5EF4-FFF2-40B4-BE49-F238E27FC236}">
                <a16:creationId xmlns:a16="http://schemas.microsoft.com/office/drawing/2014/main" id="{CCD871E7-2297-F3DF-014C-BAF7CE7C3902}"/>
              </a:ext>
            </a:extLst>
          </p:cNvPr>
          <p:cNvSpPr>
            <a:spLocks noGrp="1"/>
          </p:cNvSpPr>
          <p:nvPr>
            <p:ph type="subTitle" idx="1"/>
          </p:nvPr>
        </p:nvSpPr>
        <p:spPr/>
        <p:txBody>
          <a:bodyPr/>
          <a:lstStyle/>
          <a:p>
            <a:r>
              <a:rPr lang="en-US" dirty="0"/>
              <a:t>Tools and Performance Management</a:t>
            </a:r>
          </a:p>
        </p:txBody>
      </p:sp>
    </p:spTree>
    <p:extLst>
      <p:ext uri="{BB962C8B-B14F-4D97-AF65-F5344CB8AC3E}">
        <p14:creationId xmlns:p14="http://schemas.microsoft.com/office/powerpoint/2010/main" val="429565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2514-82F6-C051-9043-275E9D356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9ECD6-D823-981E-03B6-850715DF355E}"/>
              </a:ext>
            </a:extLst>
          </p:cNvPr>
          <p:cNvSpPr>
            <a:spLocks noGrp="1"/>
          </p:cNvSpPr>
          <p:nvPr>
            <p:ph type="title"/>
          </p:nvPr>
        </p:nvSpPr>
        <p:spPr/>
        <p:txBody>
          <a:bodyPr/>
          <a:lstStyle/>
          <a:p>
            <a:r>
              <a:rPr lang="en-US" dirty="0"/>
              <a:t>Your Speaker</a:t>
            </a:r>
          </a:p>
        </p:txBody>
      </p:sp>
      <p:sp>
        <p:nvSpPr>
          <p:cNvPr id="4" name="Oval 3">
            <a:extLst>
              <a:ext uri="{FF2B5EF4-FFF2-40B4-BE49-F238E27FC236}">
                <a16:creationId xmlns:a16="http://schemas.microsoft.com/office/drawing/2014/main" id="{153CA271-6743-6CEA-2BF5-2421B3BE84E8}"/>
              </a:ext>
            </a:extLst>
          </p:cNvPr>
          <p:cNvSpPr/>
          <p:nvPr/>
        </p:nvSpPr>
        <p:spPr bwMode="auto">
          <a:xfrm>
            <a:off x="5104453" y="1636834"/>
            <a:ext cx="1924050" cy="1997422"/>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5" name="Group 25">
            <a:extLst>
              <a:ext uri="{FF2B5EF4-FFF2-40B4-BE49-F238E27FC236}">
                <a16:creationId xmlns:a16="http://schemas.microsoft.com/office/drawing/2014/main" id="{23DB0FAE-9AB0-A238-1E27-D74144C1D5E4}"/>
              </a:ext>
            </a:extLst>
          </p:cNvPr>
          <p:cNvGrpSpPr>
            <a:grpSpLocks noChangeAspect="1"/>
          </p:cNvGrpSpPr>
          <p:nvPr/>
        </p:nvGrpSpPr>
        <p:grpSpPr>
          <a:xfrm>
            <a:off x="5168069" y="1636834"/>
            <a:ext cx="1860434" cy="1860427"/>
            <a:chOff x="0" y="0"/>
            <a:chExt cx="6350000" cy="6349974"/>
          </a:xfrm>
        </p:grpSpPr>
        <p:sp>
          <p:nvSpPr>
            <p:cNvPr id="6" name="Freeform 26">
              <a:extLst>
                <a:ext uri="{FF2B5EF4-FFF2-40B4-BE49-F238E27FC236}">
                  <a16:creationId xmlns:a16="http://schemas.microsoft.com/office/drawing/2014/main" id="{E78790D8-4202-5689-E1F3-A51D2FC2F005}"/>
                </a:ext>
              </a:extLst>
            </p:cNvPr>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t="-8943" b="-8943"/>
              </a:stretch>
            </a:blipFill>
          </p:spPr>
          <p:txBody>
            <a:bodyPr/>
            <a:lst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a:lstStyle>
            <a:p>
              <a:endParaRPr lang="en-US" sz="450"/>
            </a:p>
          </p:txBody>
        </p:sp>
      </p:grpSp>
      <p:sp>
        <p:nvSpPr>
          <p:cNvPr id="7" name="Text Placeholder 3">
            <a:extLst>
              <a:ext uri="{FF2B5EF4-FFF2-40B4-BE49-F238E27FC236}">
                <a16:creationId xmlns:a16="http://schemas.microsoft.com/office/drawing/2014/main" id="{64562AD5-6046-3FBB-D484-AAC2B5ADBCD7}"/>
              </a:ext>
            </a:extLst>
          </p:cNvPr>
          <p:cNvSpPr txBox="1">
            <a:spLocks/>
          </p:cNvSpPr>
          <p:nvPr/>
        </p:nvSpPr>
        <p:spPr>
          <a:xfrm>
            <a:off x="3578541" y="3634256"/>
            <a:ext cx="5034918" cy="1208525"/>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36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None/>
            </a:pPr>
            <a:r>
              <a:rPr lang="en-US" sz="3200" b="1" dirty="0">
                <a:solidFill>
                  <a:schemeClr val="tx1"/>
                </a:solidFill>
                <a:latin typeface="+mj-lt"/>
              </a:rPr>
              <a:t>Marcel Chabot</a:t>
            </a:r>
          </a:p>
          <a:p>
            <a:pPr marL="0" indent="0" algn="ctr">
              <a:buNone/>
            </a:pPr>
            <a:r>
              <a:rPr lang="en-US" sz="2400" dirty="0"/>
              <a:t>Software Development Practice Manager</a:t>
            </a:r>
          </a:p>
          <a:p>
            <a:pPr marL="0" indent="0" algn="ctr">
              <a:buNone/>
            </a:pPr>
            <a:r>
              <a:rPr lang="en-US" sz="2400" dirty="0"/>
              <a:t>A life-long software developer and “maker”, Marcel brings experience and a unique approach to complex problems and solutions in D365</a:t>
            </a:r>
          </a:p>
        </p:txBody>
      </p:sp>
      <p:pic>
        <p:nvPicPr>
          <p:cNvPr id="8" name="Picture 7" descr="A blue and white rectangular sign with white text&#10;&#10;AI-generated content may be incorrect.">
            <a:extLst>
              <a:ext uri="{FF2B5EF4-FFF2-40B4-BE49-F238E27FC236}">
                <a16:creationId xmlns:a16="http://schemas.microsoft.com/office/drawing/2014/main" id="{EB6785B2-A296-DE8E-C103-F97BC11B8B44}"/>
              </a:ext>
            </a:extLst>
          </p:cNvPr>
          <p:cNvPicPr>
            <a:picLocks noChangeAspect="1"/>
          </p:cNvPicPr>
          <p:nvPr/>
        </p:nvPicPr>
        <p:blipFill>
          <a:blip r:embed="rId3"/>
          <a:stretch>
            <a:fillRect/>
          </a:stretch>
        </p:blipFill>
        <p:spPr>
          <a:xfrm>
            <a:off x="10557261" y="1998992"/>
            <a:ext cx="1354651" cy="2142239"/>
          </a:xfrm>
          <a:prstGeom prst="rect">
            <a:avLst/>
          </a:prstGeom>
        </p:spPr>
      </p:pic>
      <p:pic>
        <p:nvPicPr>
          <p:cNvPr id="10" name="Picture 9">
            <a:extLst>
              <a:ext uri="{FF2B5EF4-FFF2-40B4-BE49-F238E27FC236}">
                <a16:creationId xmlns:a16="http://schemas.microsoft.com/office/drawing/2014/main" id="{3905A278-E940-0901-1239-CA55E6C5AE7B}"/>
              </a:ext>
            </a:extLst>
          </p:cNvPr>
          <p:cNvPicPr>
            <a:picLocks noChangeAspect="1"/>
          </p:cNvPicPr>
          <p:nvPr/>
        </p:nvPicPr>
        <p:blipFill>
          <a:blip r:embed="rId4"/>
          <a:stretch>
            <a:fillRect/>
          </a:stretch>
        </p:blipFill>
        <p:spPr>
          <a:xfrm>
            <a:off x="10557260" y="615253"/>
            <a:ext cx="1354651" cy="1354651"/>
          </a:xfrm>
          <a:prstGeom prst="rect">
            <a:avLst/>
          </a:prstGeom>
        </p:spPr>
      </p:pic>
      <p:pic>
        <p:nvPicPr>
          <p:cNvPr id="12" name="Picture 11">
            <a:extLst>
              <a:ext uri="{FF2B5EF4-FFF2-40B4-BE49-F238E27FC236}">
                <a16:creationId xmlns:a16="http://schemas.microsoft.com/office/drawing/2014/main" id="{74AA2FE5-72DE-057E-9DD1-240422AE65EA}"/>
              </a:ext>
            </a:extLst>
          </p:cNvPr>
          <p:cNvPicPr>
            <a:picLocks noChangeAspect="1"/>
          </p:cNvPicPr>
          <p:nvPr/>
        </p:nvPicPr>
        <p:blipFill>
          <a:blip r:embed="rId5"/>
          <a:stretch>
            <a:fillRect/>
          </a:stretch>
        </p:blipFill>
        <p:spPr>
          <a:xfrm>
            <a:off x="9380719" y="4170319"/>
            <a:ext cx="2531193" cy="1325562"/>
          </a:xfrm>
          <a:prstGeom prst="rect">
            <a:avLst/>
          </a:prstGeom>
        </p:spPr>
      </p:pic>
    </p:spTree>
    <p:extLst>
      <p:ext uri="{BB962C8B-B14F-4D97-AF65-F5344CB8AC3E}">
        <p14:creationId xmlns:p14="http://schemas.microsoft.com/office/powerpoint/2010/main" val="47661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41D2-F695-92B6-1504-7DBAB0659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99227-A84C-066E-5DD8-128ECA4E3FF4}"/>
              </a:ext>
            </a:extLst>
          </p:cNvPr>
          <p:cNvSpPr>
            <a:spLocks noGrp="1"/>
          </p:cNvSpPr>
          <p:nvPr>
            <p:ph type="title"/>
          </p:nvPr>
        </p:nvSpPr>
        <p:spPr/>
        <p:txBody>
          <a:bodyPr/>
          <a:lstStyle/>
          <a:p>
            <a:r>
              <a:rPr lang="en-US" dirty="0"/>
              <a:t>Session Goals</a:t>
            </a:r>
          </a:p>
        </p:txBody>
      </p:sp>
      <p:sp>
        <p:nvSpPr>
          <p:cNvPr id="3" name="Content Placeholder 2">
            <a:extLst>
              <a:ext uri="{FF2B5EF4-FFF2-40B4-BE49-F238E27FC236}">
                <a16:creationId xmlns:a16="http://schemas.microsoft.com/office/drawing/2014/main" id="{7F67665F-4F54-86A9-EA3A-B1C865C847D8}"/>
              </a:ext>
            </a:extLst>
          </p:cNvPr>
          <p:cNvSpPr>
            <a:spLocks noGrp="1"/>
          </p:cNvSpPr>
          <p:nvPr>
            <p:ph idx="1"/>
          </p:nvPr>
        </p:nvSpPr>
        <p:spPr/>
        <p:txBody>
          <a:bodyPr>
            <a:normAutofit fontScale="92500" lnSpcReduction="10000"/>
          </a:bodyPr>
          <a:lstStyle/>
          <a:p>
            <a:r>
              <a:rPr lang="en-US" dirty="0"/>
              <a:t>Identify tools and technology to analyze Business Central Performance</a:t>
            </a:r>
          </a:p>
          <a:p>
            <a:endParaRPr lang="en-US" dirty="0"/>
          </a:p>
          <a:p>
            <a:r>
              <a:rPr lang="en-US" dirty="0"/>
              <a:t>Understand the limitations of each tool set</a:t>
            </a:r>
          </a:p>
          <a:p>
            <a:endParaRPr lang="en-US" dirty="0"/>
          </a:p>
          <a:p>
            <a:r>
              <a:rPr lang="en-US" dirty="0"/>
              <a:t>Breakdown the common barriers to good Business Central Performance</a:t>
            </a:r>
          </a:p>
          <a:p>
            <a:endParaRPr lang="en-US" dirty="0"/>
          </a:p>
          <a:p>
            <a:r>
              <a:rPr lang="en-US" dirty="0"/>
              <a:t>Have a good time and learn something</a:t>
            </a:r>
          </a:p>
          <a:p>
            <a:endParaRPr lang="en-US" dirty="0"/>
          </a:p>
        </p:txBody>
      </p:sp>
    </p:spTree>
    <p:extLst>
      <p:ext uri="{BB962C8B-B14F-4D97-AF65-F5344CB8AC3E}">
        <p14:creationId xmlns:p14="http://schemas.microsoft.com/office/powerpoint/2010/main" val="2577503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5B26-0F2C-0660-38F6-DEC2557772F2}"/>
              </a:ext>
            </a:extLst>
          </p:cNvPr>
          <p:cNvSpPr>
            <a:spLocks noGrp="1"/>
          </p:cNvSpPr>
          <p:nvPr>
            <p:ph type="title"/>
          </p:nvPr>
        </p:nvSpPr>
        <p:spPr/>
        <p:txBody>
          <a:bodyPr/>
          <a:lstStyle/>
          <a:p>
            <a:r>
              <a:rPr lang="en-US" dirty="0"/>
              <a:t>Session Agenda</a:t>
            </a:r>
          </a:p>
        </p:txBody>
      </p:sp>
      <p:sp>
        <p:nvSpPr>
          <p:cNvPr id="3" name="Content Placeholder 2">
            <a:extLst>
              <a:ext uri="{FF2B5EF4-FFF2-40B4-BE49-F238E27FC236}">
                <a16:creationId xmlns:a16="http://schemas.microsoft.com/office/drawing/2014/main" id="{6295E9E3-DE37-6B7A-54C9-E8E241601139}"/>
              </a:ext>
            </a:extLst>
          </p:cNvPr>
          <p:cNvSpPr>
            <a:spLocks noGrp="1"/>
          </p:cNvSpPr>
          <p:nvPr>
            <p:ph idx="1"/>
          </p:nvPr>
        </p:nvSpPr>
        <p:spPr/>
        <p:txBody>
          <a:bodyPr>
            <a:normAutofit fontScale="70000" lnSpcReduction="20000"/>
          </a:bodyPr>
          <a:lstStyle/>
          <a:p>
            <a:r>
              <a:rPr lang="en-US" sz="3600" b="1" dirty="0"/>
              <a:t>Tools and Technology</a:t>
            </a:r>
          </a:p>
          <a:p>
            <a:pPr lvl="1"/>
            <a:r>
              <a:rPr lang="en-US" sz="3200" dirty="0"/>
              <a:t>In Business Central Performance Profiler</a:t>
            </a:r>
          </a:p>
          <a:p>
            <a:pPr lvl="1"/>
            <a:r>
              <a:rPr lang="en-US" sz="3200" dirty="0"/>
              <a:t>Application Insights</a:t>
            </a:r>
          </a:p>
          <a:p>
            <a:pPr lvl="1"/>
            <a:r>
              <a:rPr lang="en-US" sz="3200" dirty="0"/>
              <a:t>Visual Studio Code</a:t>
            </a:r>
          </a:p>
          <a:p>
            <a:r>
              <a:rPr lang="en-US" sz="3600" b="1" dirty="0"/>
              <a:t>Reporting and Analysis</a:t>
            </a:r>
          </a:p>
          <a:p>
            <a:pPr lvl="1"/>
            <a:r>
              <a:rPr lang="en-US" sz="3200" dirty="0"/>
              <a:t>KQL Reporting</a:t>
            </a:r>
          </a:p>
          <a:p>
            <a:pPr lvl="1"/>
            <a:r>
              <a:rPr lang="en-US" sz="3200" dirty="0"/>
              <a:t>Power BI Dashboards</a:t>
            </a:r>
          </a:p>
          <a:p>
            <a:r>
              <a:rPr lang="en-US" sz="3600" b="1" dirty="0"/>
              <a:t>Case Study Analysis</a:t>
            </a:r>
          </a:p>
          <a:p>
            <a:r>
              <a:rPr lang="en-US" sz="3600" b="1" dirty="0"/>
              <a:t>Q&amp;A</a:t>
            </a:r>
          </a:p>
          <a:p>
            <a:endParaRPr lang="en-US" dirty="0"/>
          </a:p>
        </p:txBody>
      </p:sp>
    </p:spTree>
    <p:extLst>
      <p:ext uri="{BB962C8B-B14F-4D97-AF65-F5344CB8AC3E}">
        <p14:creationId xmlns:p14="http://schemas.microsoft.com/office/powerpoint/2010/main" val="229693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7B7E6-0175-8F7E-EB8D-04A258C172CA}"/>
            </a:ext>
          </a:extLst>
        </p:cNvPr>
        <p:cNvGrpSpPr/>
        <p:nvPr/>
      </p:nvGrpSpPr>
      <p:grpSpPr>
        <a:xfrm>
          <a:off x="0" y="0"/>
          <a:ext cx="0" cy="0"/>
          <a:chOff x="0" y="0"/>
          <a:chExt cx="0" cy="0"/>
        </a:xfrm>
      </p:grpSpPr>
      <p:pic>
        <p:nvPicPr>
          <p:cNvPr id="8" name="carl-orff-o-fortuna-carmina-burana">
            <a:hlinkClick r:id="" action="ppaction://media"/>
            <a:extLst>
              <a:ext uri="{FF2B5EF4-FFF2-40B4-BE49-F238E27FC236}">
                <a16:creationId xmlns:a16="http://schemas.microsoft.com/office/drawing/2014/main" id="{CF0DF52A-9413-E1CE-F12F-A7174ED7216A}"/>
              </a:ext>
            </a:extLst>
          </p:cNvPr>
          <p:cNvPicPr>
            <a:picLocks noGrp="1" noChangeAspect="1"/>
          </p:cNvPicPr>
          <p:nvPr>
            <p:ph idx="1"/>
            <a:audioFile r:link="rId2"/>
            <p:extLst>
              <p:ext uri="{DAA4B4D4-6D71-4841-9C94-3DE7FCFB9230}">
                <p14:media xmlns:p14="http://schemas.microsoft.com/office/powerpoint/2010/main" r:embed="rId1"/>
              </p:ext>
            </p:extLst>
          </p:nvPr>
        </p:nvPicPr>
        <p:blipFill>
          <a:blip r:embed="rId5"/>
          <a:stretch>
            <a:fillRect/>
          </a:stretch>
        </p:blipFill>
        <p:spPr>
          <a:xfrm>
            <a:off x="11582400" y="5280192"/>
            <a:ext cx="609600" cy="609600"/>
          </a:xfrm>
        </p:spPr>
      </p:pic>
      <p:pic>
        <p:nvPicPr>
          <p:cNvPr id="7" name="Picture 6">
            <a:extLst>
              <a:ext uri="{FF2B5EF4-FFF2-40B4-BE49-F238E27FC236}">
                <a16:creationId xmlns:a16="http://schemas.microsoft.com/office/drawing/2014/main" id="{3B5E436F-FCC8-7947-6215-F432E603B1D3}"/>
              </a:ext>
            </a:extLst>
          </p:cNvPr>
          <p:cNvPicPr>
            <a:picLocks noChangeAspect="1"/>
          </p:cNvPicPr>
          <p:nvPr/>
        </p:nvPicPr>
        <p:blipFill>
          <a:blip r:embed="rId6"/>
          <a:stretch>
            <a:fillRect/>
          </a:stretch>
        </p:blipFill>
        <p:spPr>
          <a:xfrm>
            <a:off x="4604359" y="3092649"/>
            <a:ext cx="2962688" cy="724001"/>
          </a:xfrm>
          <a:prstGeom prst="rect">
            <a:avLst/>
          </a:prstGeom>
        </p:spPr>
      </p:pic>
    </p:spTree>
    <p:extLst>
      <p:ext uri="{BB962C8B-B14F-4D97-AF65-F5344CB8AC3E}">
        <p14:creationId xmlns:p14="http://schemas.microsoft.com/office/powerpoint/2010/main" val="174185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0" fill="hold" nodeType="withEffect">
                                  <p:stCondLst>
                                    <p:cond delay="0"/>
                                  </p:stCondLst>
                                  <p:childTnLst>
                                    <p:animScale>
                                      <p:cBhvr>
                                        <p:cTn id="6" dur="2000" fill="hold"/>
                                        <p:tgtEl>
                                          <p:spTgt spid="7"/>
                                        </p:tgtEl>
                                      </p:cBhvr>
                                      <p:by x="400000" y="400000"/>
                                    </p:animScale>
                                  </p:childTnLst>
                                </p:cTn>
                              </p:par>
                              <p:par>
                                <p:cTn id="7" presetID="1" presetClass="mediacall" presetSubtype="0" fill="hold" nodeType="withEffect">
                                  <p:stCondLst>
                                    <p:cond delay="0"/>
                                  </p:stCondLst>
                                  <p:childTnLst>
                                    <p:cmd type="call" cmd="playFrom(1)">
                                      <p:cBhvr>
                                        <p:cTn id="8" dur="15006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9"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D2B4-D14B-C243-E7E5-E3BF2DF1B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D28DE-473E-4ECF-F4F2-0047BDAF82B6}"/>
              </a:ext>
            </a:extLst>
          </p:cNvPr>
          <p:cNvSpPr>
            <a:spLocks noGrp="1"/>
          </p:cNvSpPr>
          <p:nvPr>
            <p:ph type="title"/>
          </p:nvPr>
        </p:nvSpPr>
        <p:spPr/>
        <p:txBody>
          <a:bodyPr/>
          <a:lstStyle/>
          <a:p>
            <a:r>
              <a:rPr lang="en-US" dirty="0"/>
              <a:t>Tool 1 Performance Profiler</a:t>
            </a:r>
          </a:p>
        </p:txBody>
      </p:sp>
      <p:sp>
        <p:nvSpPr>
          <p:cNvPr id="3" name="Content Placeholder 2">
            <a:extLst>
              <a:ext uri="{FF2B5EF4-FFF2-40B4-BE49-F238E27FC236}">
                <a16:creationId xmlns:a16="http://schemas.microsoft.com/office/drawing/2014/main" id="{77437726-7F18-1EF0-8A5D-11FC1B138C7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78130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CAF2-6B72-15F4-F1E8-B3F774AC5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862E5-094A-F944-2E14-6685B9A27947}"/>
              </a:ext>
            </a:extLst>
          </p:cNvPr>
          <p:cNvSpPr>
            <a:spLocks noGrp="1"/>
          </p:cNvSpPr>
          <p:nvPr>
            <p:ph type="title"/>
          </p:nvPr>
        </p:nvSpPr>
        <p:spPr/>
        <p:txBody>
          <a:bodyPr/>
          <a:lstStyle/>
          <a:p>
            <a:r>
              <a:rPr lang="en-US" dirty="0"/>
              <a:t>Business Central Performance Profiler</a:t>
            </a:r>
          </a:p>
        </p:txBody>
      </p:sp>
      <p:sp>
        <p:nvSpPr>
          <p:cNvPr id="3" name="Content Placeholder 2">
            <a:extLst>
              <a:ext uri="{FF2B5EF4-FFF2-40B4-BE49-F238E27FC236}">
                <a16:creationId xmlns:a16="http://schemas.microsoft.com/office/drawing/2014/main" id="{768AFF62-DDDA-4FEC-616A-A98A2A7614CE}"/>
              </a:ext>
            </a:extLst>
          </p:cNvPr>
          <p:cNvSpPr>
            <a:spLocks noGrp="1"/>
          </p:cNvSpPr>
          <p:nvPr>
            <p:ph idx="1"/>
          </p:nvPr>
        </p:nvSpPr>
        <p:spPr/>
        <p:txBody>
          <a:bodyPr>
            <a:normAutofit fontScale="77500" lnSpcReduction="20000"/>
          </a:bodyPr>
          <a:lstStyle/>
          <a:p>
            <a:r>
              <a:rPr lang="en-US" sz="3600" dirty="0"/>
              <a:t>Built-in to Business Central</a:t>
            </a:r>
          </a:p>
          <a:p>
            <a:pPr lvl="1"/>
            <a:r>
              <a:rPr lang="en-US" sz="3200" dirty="0"/>
              <a:t>Also called the In-Client Performance Profiler</a:t>
            </a:r>
          </a:p>
          <a:p>
            <a:pPr lvl="1"/>
            <a:endParaRPr lang="en-US" sz="3200" dirty="0"/>
          </a:p>
          <a:p>
            <a:r>
              <a:rPr lang="en-US" sz="3600" dirty="0"/>
              <a:t>Useful to isolate a repeatable problem</a:t>
            </a:r>
          </a:p>
          <a:p>
            <a:endParaRPr lang="en-US" sz="3600" dirty="0"/>
          </a:p>
          <a:p>
            <a:r>
              <a:rPr lang="en-US" sz="3600" dirty="0"/>
              <a:t>Can be used to benchmark a process</a:t>
            </a:r>
          </a:p>
          <a:p>
            <a:endParaRPr lang="en-US" sz="3600" dirty="0"/>
          </a:p>
          <a:p>
            <a:r>
              <a:rPr lang="en-US" sz="3600" dirty="0"/>
              <a:t>Limited to 10 minutes or 100mb whichever comes first.</a:t>
            </a:r>
          </a:p>
          <a:p>
            <a:endParaRPr lang="en-US" dirty="0"/>
          </a:p>
        </p:txBody>
      </p:sp>
    </p:spTree>
    <p:extLst>
      <p:ext uri="{BB962C8B-B14F-4D97-AF65-F5344CB8AC3E}">
        <p14:creationId xmlns:p14="http://schemas.microsoft.com/office/powerpoint/2010/main" val="1932889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B9439-AD12-3B4F-6E2D-1E0861CCD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C558A-9BE7-53C6-5AF9-95F4E1C62D7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6CEF1BB-D09E-6C4A-22AD-510B96D73FE9}"/>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CC407608-14B2-194D-717F-0C5587121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7" y="290985"/>
            <a:ext cx="12013711" cy="5155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723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3BB-023A-AA40-70CF-368562492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C541E-6B5E-2F8C-8FB1-72EDD007993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51A2BE2-9A15-9FD3-A722-FE7F101CAEDB}"/>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358E6E16-0F55-90FF-11A6-A252E1E7D8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05" y="290984"/>
            <a:ext cx="12041036" cy="4919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45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6FE36-D01B-8D21-BA3B-AD0058B80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B00AB-9E9F-CCB8-61DF-C2069BFDD4B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BC6ABA2-D66D-4042-88F7-F01260C17EB2}"/>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14A2607C-F655-3B19-21C5-42040750C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7526" y="52153"/>
            <a:ext cx="8741394" cy="5755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174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DB5C6-6FC1-7204-4B06-9A65D6E3A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9DC9D-9CB0-9107-C365-926376AD9DF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5B2F234-765F-EE84-4B6E-2D69B8B38ADF}"/>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A6907820-EFAE-561C-5450-A57C307CB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777" y="0"/>
            <a:ext cx="8231022" cy="580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555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2F26A-F06B-E5D2-4384-84DA9510A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E1012-DC5B-CE4C-C711-66046959E08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CD79930-2991-D980-24FB-4EC57D2A9E8A}"/>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6E4B6A83-C009-515C-D355-BF890DF6F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31" y="874398"/>
            <a:ext cx="11950343" cy="3862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304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08F55-04CE-74F1-8241-08BAA1A0E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10C18-2B97-C526-84E5-77370E8EBF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373BA9B-4F3B-51A8-F028-927A123C6F1D}"/>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8AC00DA0-2707-EADF-00D5-8E8281554C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015" y="953766"/>
            <a:ext cx="11879969" cy="3642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594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B3AA4-EE10-6ECA-B016-C4C76B9DD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4F3AF-7C2B-8FF8-E3B0-BC0C1C8429A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1C0D301-23BA-B175-99F8-ECFAF7C27111}"/>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F9E25FEA-8078-E770-13CA-A7FC1B8A9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320" y="367259"/>
            <a:ext cx="9925359" cy="5392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510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E33B7-E0C4-44AF-5762-2CB00973D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DF08B-FB25-E627-B843-4A07F18B3BF7}"/>
              </a:ext>
            </a:extLst>
          </p:cNvPr>
          <p:cNvSpPr>
            <a:spLocks noGrp="1"/>
          </p:cNvSpPr>
          <p:nvPr>
            <p:ph type="title"/>
          </p:nvPr>
        </p:nvSpPr>
        <p:spPr/>
        <p:txBody>
          <a:bodyPr/>
          <a:lstStyle/>
          <a:p>
            <a:r>
              <a:rPr lang="en-US" dirty="0"/>
              <a:t>Sneaky Issues</a:t>
            </a:r>
          </a:p>
        </p:txBody>
      </p:sp>
      <p:sp>
        <p:nvSpPr>
          <p:cNvPr id="3" name="Content Placeholder 2">
            <a:extLst>
              <a:ext uri="{FF2B5EF4-FFF2-40B4-BE49-F238E27FC236}">
                <a16:creationId xmlns:a16="http://schemas.microsoft.com/office/drawing/2014/main" id="{F492F81A-B3AF-4EDF-64E9-38319C20DBB2}"/>
              </a:ext>
            </a:extLst>
          </p:cNvPr>
          <p:cNvSpPr>
            <a:spLocks noGrp="1"/>
          </p:cNvSpPr>
          <p:nvPr>
            <p:ph idx="1"/>
          </p:nvPr>
        </p:nvSpPr>
        <p:spPr/>
        <p:txBody>
          <a:bodyPr/>
          <a:lstStyle/>
          <a:p>
            <a:r>
              <a:rPr lang="en-US" sz="3000" dirty="0"/>
              <a:t>Schedule to capture performance issues</a:t>
            </a:r>
          </a:p>
          <a:p>
            <a:pPr lvl="1"/>
            <a:r>
              <a:rPr lang="en-US" sz="3000" dirty="0"/>
              <a:t>Time</a:t>
            </a:r>
          </a:p>
          <a:p>
            <a:pPr lvl="1"/>
            <a:r>
              <a:rPr lang="en-US" sz="3000" dirty="0"/>
              <a:t>User</a:t>
            </a:r>
          </a:p>
          <a:p>
            <a:pPr lvl="1"/>
            <a:r>
              <a:rPr lang="en-US" sz="3000" dirty="0"/>
              <a:t>Duration</a:t>
            </a:r>
          </a:p>
          <a:p>
            <a:endParaRPr lang="en-US" dirty="0"/>
          </a:p>
        </p:txBody>
      </p:sp>
      <p:pic>
        <p:nvPicPr>
          <p:cNvPr id="4" name="Picture 2">
            <a:extLst>
              <a:ext uri="{FF2B5EF4-FFF2-40B4-BE49-F238E27FC236}">
                <a16:creationId xmlns:a16="http://schemas.microsoft.com/office/drawing/2014/main" id="{51EE4BB3-50D9-8132-0046-0786AF239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1990" y="2400993"/>
            <a:ext cx="6320010" cy="4166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862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C9740-0C13-3907-516A-D8D3044F4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B1925-D3D8-C868-7284-862B0E23773E}"/>
              </a:ext>
            </a:extLst>
          </p:cNvPr>
          <p:cNvSpPr>
            <a:spLocks noGrp="1"/>
          </p:cNvSpPr>
          <p:nvPr>
            <p:ph type="title"/>
          </p:nvPr>
        </p:nvSpPr>
        <p:spPr/>
        <p:txBody>
          <a:bodyPr/>
          <a:lstStyle/>
          <a:p>
            <a:r>
              <a:rPr lang="en-US" dirty="0"/>
              <a:t>Tool 2 VS Code Snapshot</a:t>
            </a:r>
          </a:p>
        </p:txBody>
      </p:sp>
      <p:sp>
        <p:nvSpPr>
          <p:cNvPr id="3" name="Content Placeholder 2">
            <a:extLst>
              <a:ext uri="{FF2B5EF4-FFF2-40B4-BE49-F238E27FC236}">
                <a16:creationId xmlns:a16="http://schemas.microsoft.com/office/drawing/2014/main" id="{312FFA36-15A8-A158-E64B-8D19F2495DA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343381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64241-AF0F-4E71-6A4E-AAB34E0A5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8D05E-C3BD-181F-3712-7B8A706AA6B3}"/>
              </a:ext>
            </a:extLst>
          </p:cNvPr>
          <p:cNvSpPr>
            <a:spLocks noGrp="1"/>
          </p:cNvSpPr>
          <p:nvPr>
            <p:ph type="title"/>
          </p:nvPr>
        </p:nvSpPr>
        <p:spPr/>
        <p:txBody>
          <a:bodyPr/>
          <a:lstStyle/>
          <a:p>
            <a:r>
              <a:rPr lang="en-US" dirty="0"/>
              <a:t>Visual Studio Code</a:t>
            </a:r>
          </a:p>
        </p:txBody>
      </p:sp>
      <p:sp>
        <p:nvSpPr>
          <p:cNvPr id="3" name="Content Placeholder 2">
            <a:extLst>
              <a:ext uri="{FF2B5EF4-FFF2-40B4-BE49-F238E27FC236}">
                <a16:creationId xmlns:a16="http://schemas.microsoft.com/office/drawing/2014/main" id="{47733174-9653-2579-060C-14DB9B87C19B}"/>
              </a:ext>
            </a:extLst>
          </p:cNvPr>
          <p:cNvSpPr>
            <a:spLocks noGrp="1"/>
          </p:cNvSpPr>
          <p:nvPr>
            <p:ph idx="1"/>
          </p:nvPr>
        </p:nvSpPr>
        <p:spPr/>
        <p:txBody>
          <a:bodyPr>
            <a:normAutofit fontScale="77500" lnSpcReduction="20000"/>
          </a:bodyPr>
          <a:lstStyle/>
          <a:p>
            <a:pPr lvl="0"/>
            <a:r>
              <a:rPr lang="en-US" dirty="0"/>
              <a:t>Attaches to a running Business Central</a:t>
            </a:r>
          </a:p>
          <a:p>
            <a:pPr lvl="0"/>
            <a:endParaRPr lang="en-US" dirty="0"/>
          </a:p>
          <a:p>
            <a:pPr lvl="0"/>
            <a:r>
              <a:rPr lang="en-US" dirty="0"/>
              <a:t>Can replay the issue over and over again</a:t>
            </a:r>
          </a:p>
          <a:p>
            <a:pPr lvl="0"/>
            <a:endParaRPr lang="en-US" dirty="0"/>
          </a:p>
          <a:p>
            <a:pPr lvl="0"/>
            <a:r>
              <a:rPr lang="en-US" dirty="0"/>
              <a:t>Deep and detailed analysis</a:t>
            </a:r>
          </a:p>
          <a:p>
            <a:pPr lvl="0"/>
            <a:endParaRPr lang="en-US" dirty="0"/>
          </a:p>
          <a:p>
            <a:pPr lvl="0"/>
            <a:r>
              <a:rPr lang="en-US" dirty="0"/>
              <a:t>10 Minute or 100mb limit</a:t>
            </a:r>
          </a:p>
          <a:p>
            <a:pPr lvl="0"/>
            <a:endParaRPr lang="en-US" dirty="0"/>
          </a:p>
          <a:p>
            <a:pPr lvl="0"/>
            <a:r>
              <a:rPr lang="en-US" dirty="0"/>
              <a:t>Can have a large performance impact!</a:t>
            </a:r>
          </a:p>
          <a:p>
            <a:endParaRPr lang="en-US" dirty="0"/>
          </a:p>
        </p:txBody>
      </p:sp>
    </p:spTree>
    <p:extLst>
      <p:ext uri="{BB962C8B-B14F-4D97-AF65-F5344CB8AC3E}">
        <p14:creationId xmlns:p14="http://schemas.microsoft.com/office/powerpoint/2010/main" val="1218900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A99BA-93A3-100E-0ABD-BEE260E31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4FFB3-C33B-B462-B501-7157DE590A8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408D4D6-C47E-F95B-FCFA-1DE3F3BAF23C}"/>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233D08FF-6AAA-BCCF-AB5D-ACDD7F094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570" y="0"/>
            <a:ext cx="8536283" cy="580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768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B160E-7606-A208-68C0-420DF8538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F28C9-C24F-4368-34BD-D41F9608230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9EEDCF0-1663-B1EF-A475-7DECC6A4D690}"/>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01AC13AD-06EA-FB20-75EE-33706C95B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86" y="0"/>
            <a:ext cx="11626717" cy="580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109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886F-FAD0-FE51-9AC8-861FB33B9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4A3A7-6CFB-3533-38EF-A65AC6B1EED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5D5C962-AAF5-8460-B987-F2674D1D9B4F}"/>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F8F999D3-0DA3-3FD7-40DE-564B7AD6E7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676" y="290985"/>
            <a:ext cx="11490238" cy="13331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07192CE9-E017-4387-872C-36DE6440E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338" y="1830225"/>
            <a:ext cx="11569324" cy="2688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306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55805-2D72-193B-E094-2ACCCA058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E3E4E-EF01-6C69-4A94-BEC4DCFD935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BFC6BCC-0BD0-1C05-244F-D89DAA35940A}"/>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AF2C4632-4460-7CDB-CB58-B8D056492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7" y="0"/>
            <a:ext cx="9039225" cy="635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607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F9324-7A48-21E5-0E38-7E44D8F6A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356E9-EAD8-1A11-74F3-260D1E70393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AC358C9-E056-1CED-E6D3-3015A11FF9ED}"/>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D3749B5A-C9CC-40B7-7AB4-FE13A5430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53" y="108556"/>
            <a:ext cx="6505575" cy="10477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F031533-3BA1-4593-CF7A-E24B42378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00" y="1268412"/>
            <a:ext cx="610552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CA417979-4AC1-BBBC-EDEC-35DD75FFF5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75" y="2301027"/>
            <a:ext cx="6143625"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527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45F04-A3BD-05ED-2FCB-493B6DDAB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B3CDB-3FAD-D635-6444-32B0EB7AF6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DC4B5CE-12BC-EA25-B4EF-0CAC8A014CF1}"/>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337EB129-3FDF-28DA-8744-D8A9B06D6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7182" y="0"/>
            <a:ext cx="9275113" cy="5884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037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2322-C896-CB73-93E0-FF7B7B42E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C74B5-880C-4F18-C2DF-BAF93E4C031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CFF1A4-66F3-B3DF-4DD4-ABAE540553BC}"/>
              </a:ext>
            </a:extLst>
          </p:cNvPr>
          <p:cNvSpPr>
            <a:spLocks noGrp="1"/>
          </p:cNvSpPr>
          <p:nvPr>
            <p:ph idx="1"/>
          </p:nvPr>
        </p:nvSpPr>
        <p:spPr/>
        <p:txBody>
          <a:bodyPr/>
          <a:lstStyle/>
          <a:p>
            <a:endParaRPr lang="en-US" dirty="0"/>
          </a:p>
        </p:txBody>
      </p:sp>
      <p:pic>
        <p:nvPicPr>
          <p:cNvPr id="7" name="Picture 2">
            <a:extLst>
              <a:ext uri="{FF2B5EF4-FFF2-40B4-BE49-F238E27FC236}">
                <a16:creationId xmlns:a16="http://schemas.microsoft.com/office/drawing/2014/main" id="{D1B60DD6-2636-4279-B2A7-ED0396883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8631" y="0"/>
            <a:ext cx="9117203" cy="5801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049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8BE6-C6EB-D7BD-4484-E0FCA318E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BE967-FCB0-F419-0228-F273591EE5A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63A698C-151D-3013-C0D7-3FDB336CD97E}"/>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17E39506-E401-98F4-AB01-FD07182AF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2" y="0"/>
            <a:ext cx="9869190" cy="580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905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13B67-3A6A-AD53-1283-2EB436CBA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B4627-FB6E-95A5-363B-49899E6AF74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37A6D65-AC73-6DFA-2012-1B9B8BB6E414}"/>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BAFB0AB3-D0FA-EBBD-2387-5B992B634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492" y="290984"/>
            <a:ext cx="11671647" cy="143315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BE6CA28-84CE-6CA8-0A87-77EA4EC908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92" y="2121434"/>
            <a:ext cx="11666059" cy="2328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957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03540-F562-9BA5-BBD0-C555AF9AA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EE974-33EE-39E2-E56F-DEB6C58F8116}"/>
              </a:ext>
            </a:extLst>
          </p:cNvPr>
          <p:cNvSpPr>
            <a:spLocks noGrp="1"/>
          </p:cNvSpPr>
          <p:nvPr>
            <p:ph type="title"/>
          </p:nvPr>
        </p:nvSpPr>
        <p:spPr/>
        <p:txBody>
          <a:bodyPr/>
          <a:lstStyle/>
          <a:p>
            <a:r>
              <a:rPr lang="en-US" dirty="0"/>
              <a:t>Tool 3 Application Insights</a:t>
            </a:r>
          </a:p>
        </p:txBody>
      </p:sp>
      <p:sp>
        <p:nvSpPr>
          <p:cNvPr id="3" name="Content Placeholder 2">
            <a:extLst>
              <a:ext uri="{FF2B5EF4-FFF2-40B4-BE49-F238E27FC236}">
                <a16:creationId xmlns:a16="http://schemas.microsoft.com/office/drawing/2014/main" id="{219C33D2-C851-BDF1-8C05-DA8692F9717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797079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D5CEB-AEE6-82EE-0DD8-3BDB614CB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D43CA-10DC-CF88-881A-1E43D52E241E}"/>
              </a:ext>
            </a:extLst>
          </p:cNvPr>
          <p:cNvSpPr>
            <a:spLocks noGrp="1"/>
          </p:cNvSpPr>
          <p:nvPr>
            <p:ph type="title"/>
          </p:nvPr>
        </p:nvSpPr>
        <p:spPr/>
        <p:txBody>
          <a:bodyPr/>
          <a:lstStyle/>
          <a:p>
            <a:r>
              <a:rPr lang="en-US" dirty="0"/>
              <a:t>Application Insights</a:t>
            </a:r>
          </a:p>
        </p:txBody>
      </p:sp>
      <p:sp>
        <p:nvSpPr>
          <p:cNvPr id="3" name="Content Placeholder 2">
            <a:extLst>
              <a:ext uri="{FF2B5EF4-FFF2-40B4-BE49-F238E27FC236}">
                <a16:creationId xmlns:a16="http://schemas.microsoft.com/office/drawing/2014/main" id="{B7C54014-1517-72C2-B23B-C80261F20F66}"/>
              </a:ext>
            </a:extLst>
          </p:cNvPr>
          <p:cNvSpPr>
            <a:spLocks noGrp="1"/>
          </p:cNvSpPr>
          <p:nvPr>
            <p:ph idx="1"/>
          </p:nvPr>
        </p:nvSpPr>
        <p:spPr/>
        <p:txBody>
          <a:bodyPr>
            <a:normAutofit fontScale="85000" lnSpcReduction="20000"/>
          </a:bodyPr>
          <a:lstStyle/>
          <a:p>
            <a:r>
              <a:rPr lang="en-US" sz="3600" dirty="0"/>
              <a:t>Azure Service</a:t>
            </a:r>
            <a:endParaRPr lang="en-US" sz="3200" dirty="0"/>
          </a:p>
          <a:p>
            <a:pPr lvl="1"/>
            <a:endParaRPr lang="en-US" sz="3200" dirty="0"/>
          </a:p>
          <a:p>
            <a:r>
              <a:rPr lang="en-US" sz="3600" dirty="0"/>
              <a:t>Long term performance tracking</a:t>
            </a:r>
          </a:p>
          <a:p>
            <a:endParaRPr lang="en-US" sz="3600" dirty="0"/>
          </a:p>
          <a:p>
            <a:r>
              <a:rPr lang="en-US" sz="3600" dirty="0"/>
              <a:t>Defaults to monitoring 30 days of data</a:t>
            </a:r>
          </a:p>
          <a:p>
            <a:endParaRPr lang="en-US" sz="3600" dirty="0"/>
          </a:p>
          <a:p>
            <a:r>
              <a:rPr lang="en-US" sz="3600" dirty="0"/>
              <a:t>Can cost money, typically less than a Starbucks run.</a:t>
            </a:r>
          </a:p>
          <a:p>
            <a:endParaRPr lang="en-US" dirty="0"/>
          </a:p>
        </p:txBody>
      </p:sp>
    </p:spTree>
    <p:extLst>
      <p:ext uri="{BB962C8B-B14F-4D97-AF65-F5344CB8AC3E}">
        <p14:creationId xmlns:p14="http://schemas.microsoft.com/office/powerpoint/2010/main" val="3264092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8341-0D1E-9F10-9839-A6AE6FF43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0128B-38D3-0311-05FF-A302A845564F}"/>
              </a:ext>
            </a:extLst>
          </p:cNvPr>
          <p:cNvSpPr>
            <a:spLocks noGrp="1"/>
          </p:cNvSpPr>
          <p:nvPr>
            <p:ph type="title"/>
          </p:nvPr>
        </p:nvSpPr>
        <p:spPr/>
        <p:txBody>
          <a:bodyPr/>
          <a:lstStyle/>
          <a:p>
            <a:r>
              <a:rPr lang="en-US" dirty="0"/>
              <a:t>Step 1: Application Insights</a:t>
            </a:r>
          </a:p>
        </p:txBody>
      </p:sp>
      <p:sp>
        <p:nvSpPr>
          <p:cNvPr id="3" name="Content Placeholder 2">
            <a:extLst>
              <a:ext uri="{FF2B5EF4-FFF2-40B4-BE49-F238E27FC236}">
                <a16:creationId xmlns:a16="http://schemas.microsoft.com/office/drawing/2014/main" id="{252C5537-23B3-DC63-C6C3-C44AD5E450E1}"/>
              </a:ext>
            </a:extLst>
          </p:cNvPr>
          <p:cNvSpPr>
            <a:spLocks noGrp="1"/>
          </p:cNvSpPr>
          <p:nvPr>
            <p:ph idx="1"/>
          </p:nvPr>
        </p:nvSpPr>
        <p:spPr/>
        <p:txBody>
          <a:bodyPr/>
          <a:lstStyle/>
          <a:p>
            <a:endParaRPr lang="en-US" dirty="0"/>
          </a:p>
        </p:txBody>
      </p:sp>
      <p:pic>
        <p:nvPicPr>
          <p:cNvPr id="4" name="Picture 4">
            <a:extLst>
              <a:ext uri="{FF2B5EF4-FFF2-40B4-BE49-F238E27FC236}">
                <a16:creationId xmlns:a16="http://schemas.microsoft.com/office/drawing/2014/main" id="{F2AF9242-E821-95A2-BC43-1871D81D2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28" y="1989833"/>
            <a:ext cx="11778143" cy="287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648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0B8C-C409-95BB-1AD8-2AC61BBF6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54B0F-1F23-261B-AB40-51F3A54A1E4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DE73D0C-408F-90B2-1C97-96D529B87808}"/>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7D0F1742-4659-938B-8BD4-A0ADF1E5C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4" y="189524"/>
            <a:ext cx="11955172" cy="4503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32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48A24-F6E4-349C-56B7-0BAD37668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A7C45-B190-FDF7-3E7B-B57B244755A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E0C9D2A-739E-A8E3-2411-1E648C1DE310}"/>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271D0087-7DFC-2578-2ACD-DB6845ADC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658" y="0"/>
            <a:ext cx="10612090" cy="5814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752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A74B1-A7DB-3080-4464-A2E782D46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9208E-B517-BE56-58E5-81B6A33991A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B863E0F-BFC0-056E-5F48-56E6703BCE77}"/>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E212D2F8-A6E8-021A-70CC-F647BB0840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388" y="125291"/>
            <a:ext cx="5805487" cy="563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0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64168-1070-F326-A236-291086C5F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98310-A4A9-97EB-809C-14334EB4020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A94A745-5F05-966C-271D-9787B34E9D7D}"/>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2BE26AC3-568B-9778-5179-4413DE013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546" y="0"/>
            <a:ext cx="7591425" cy="625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890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F7940-C3CF-C1AF-B065-DF510BDE2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3E568-60F2-E97B-5978-574B80AD1DA9}"/>
              </a:ext>
            </a:extLst>
          </p:cNvPr>
          <p:cNvSpPr>
            <a:spLocks noGrp="1"/>
          </p:cNvSpPr>
          <p:nvPr>
            <p:ph type="title"/>
          </p:nvPr>
        </p:nvSpPr>
        <p:spPr/>
        <p:txBody>
          <a:bodyPr/>
          <a:lstStyle/>
          <a:p>
            <a:r>
              <a:rPr lang="en-US" dirty="0"/>
              <a:t>Finalize Application Insights</a:t>
            </a:r>
          </a:p>
        </p:txBody>
      </p:sp>
      <p:sp>
        <p:nvSpPr>
          <p:cNvPr id="3" name="Content Placeholder 2">
            <a:extLst>
              <a:ext uri="{FF2B5EF4-FFF2-40B4-BE49-F238E27FC236}">
                <a16:creationId xmlns:a16="http://schemas.microsoft.com/office/drawing/2014/main" id="{E89985F8-625D-990F-31DE-DF492953277A}"/>
              </a:ext>
            </a:extLst>
          </p:cNvPr>
          <p:cNvSpPr>
            <a:spLocks noGrp="1"/>
          </p:cNvSpPr>
          <p:nvPr>
            <p:ph idx="1"/>
          </p:nvPr>
        </p:nvSpPr>
        <p:spPr/>
        <p:txBody>
          <a:bodyPr/>
          <a:lstStyle/>
          <a:p>
            <a:r>
              <a:rPr lang="en-US" dirty="0"/>
              <a:t>Review + Create</a:t>
            </a:r>
          </a:p>
          <a:p>
            <a:endParaRPr lang="en-US" dirty="0"/>
          </a:p>
        </p:txBody>
      </p:sp>
      <p:pic>
        <p:nvPicPr>
          <p:cNvPr id="4" name="Picture 2">
            <a:extLst>
              <a:ext uri="{FF2B5EF4-FFF2-40B4-BE49-F238E27FC236}">
                <a16:creationId xmlns:a16="http://schemas.microsoft.com/office/drawing/2014/main" id="{3A041D00-545A-6595-AC34-36B8713A2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5238" y="1366885"/>
            <a:ext cx="4504700" cy="4084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525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AD45-AC83-34C2-7951-1D50C76A1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DE4F6-F0B6-FE7F-A519-BE226971CAA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B05B92B-4225-D440-920C-A06496250E22}"/>
              </a:ext>
            </a:extLst>
          </p:cNvPr>
          <p:cNvSpPr>
            <a:spLocks noGrp="1"/>
          </p:cNvSpPr>
          <p:nvPr>
            <p:ph idx="1"/>
          </p:nvPr>
        </p:nvSpPr>
        <p:spPr/>
        <p:txBody>
          <a:bodyPr/>
          <a:lstStyle/>
          <a:p>
            <a:endParaRPr lang="en-US" dirty="0"/>
          </a:p>
        </p:txBody>
      </p:sp>
      <p:pic>
        <p:nvPicPr>
          <p:cNvPr id="5" name="Picture 2">
            <a:extLst>
              <a:ext uri="{FF2B5EF4-FFF2-40B4-BE49-F238E27FC236}">
                <a16:creationId xmlns:a16="http://schemas.microsoft.com/office/drawing/2014/main" id="{5183DDF6-E55B-3B53-6D24-79403D1D0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29" y="166961"/>
            <a:ext cx="11966689" cy="5310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267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637F6-56E2-9381-B8B9-18D78F576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71CD0-72D6-A931-3B37-167CAAE033E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8F9ABFE-69E7-6483-DEF8-DAC14D457614}"/>
              </a:ext>
            </a:extLst>
          </p:cNvPr>
          <p:cNvSpPr>
            <a:spLocks noGrp="1"/>
          </p:cNvSpPr>
          <p:nvPr>
            <p:ph idx="1"/>
          </p:nvPr>
        </p:nvSpPr>
        <p:spPr/>
        <p:txBody>
          <a:bodyPr/>
          <a:lstStyle/>
          <a:p>
            <a:endParaRPr lang="en-US" dirty="0"/>
          </a:p>
        </p:txBody>
      </p:sp>
      <p:pic>
        <p:nvPicPr>
          <p:cNvPr id="4" name="Picture 4">
            <a:extLst>
              <a:ext uri="{FF2B5EF4-FFF2-40B4-BE49-F238E27FC236}">
                <a16:creationId xmlns:a16="http://schemas.microsoft.com/office/drawing/2014/main" id="{6544F797-C600-362D-ACC5-7F55F19CE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56" y="200688"/>
            <a:ext cx="11958851" cy="4933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922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95CA7-D929-61A5-3F60-7113E9006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D0604-5157-7348-894B-DD237ED224B9}"/>
              </a:ext>
            </a:extLst>
          </p:cNvPr>
          <p:cNvSpPr>
            <a:spLocks noGrp="1"/>
          </p:cNvSpPr>
          <p:nvPr>
            <p:ph type="title"/>
          </p:nvPr>
        </p:nvSpPr>
        <p:spPr/>
        <p:txBody>
          <a:bodyPr/>
          <a:lstStyle/>
          <a:p>
            <a:r>
              <a:rPr lang="en-US" dirty="0"/>
              <a:t>Configure BC</a:t>
            </a:r>
          </a:p>
        </p:txBody>
      </p:sp>
      <p:sp>
        <p:nvSpPr>
          <p:cNvPr id="3" name="Content Placeholder 2">
            <a:extLst>
              <a:ext uri="{FF2B5EF4-FFF2-40B4-BE49-F238E27FC236}">
                <a16:creationId xmlns:a16="http://schemas.microsoft.com/office/drawing/2014/main" id="{F265E8F0-FAC0-4EEC-290D-477E50D7692A}"/>
              </a:ext>
            </a:extLst>
          </p:cNvPr>
          <p:cNvSpPr>
            <a:spLocks noGrp="1"/>
          </p:cNvSpPr>
          <p:nvPr>
            <p:ph idx="1"/>
          </p:nvPr>
        </p:nvSpPr>
        <p:spPr/>
        <p:txBody>
          <a:bodyPr/>
          <a:lstStyle/>
          <a:p>
            <a:r>
              <a:rPr lang="en-US" dirty="0"/>
              <a:t>Paste in Connection String</a:t>
            </a:r>
          </a:p>
          <a:p>
            <a:r>
              <a:rPr lang="en-US" dirty="0"/>
              <a:t>BC will reboot!!!</a:t>
            </a:r>
          </a:p>
          <a:p>
            <a:endParaRPr lang="en-US" dirty="0"/>
          </a:p>
        </p:txBody>
      </p:sp>
      <p:pic>
        <p:nvPicPr>
          <p:cNvPr id="4" name="Picture 2">
            <a:extLst>
              <a:ext uri="{FF2B5EF4-FFF2-40B4-BE49-F238E27FC236}">
                <a16:creationId xmlns:a16="http://schemas.microsoft.com/office/drawing/2014/main" id="{7EC50153-09DB-9C39-6D93-D2A1D9753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2825" y="290985"/>
            <a:ext cx="5709684" cy="5334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911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48CE9-F111-7A9E-8EB0-947D5D5EC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13B37-2888-C2E3-D24F-1A09988115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BB7C2B1-7999-4A13-F4F8-F168B4D75B49}"/>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A49FEBCA-62B4-B8B6-44BD-F3D9D849F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328" y="0"/>
            <a:ext cx="6985344" cy="580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521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5BE7D-EF57-7F9C-C810-426CB1994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2FBDB-CC7E-DB4C-A606-BFD7F3D9A61B}"/>
              </a:ext>
            </a:extLst>
          </p:cNvPr>
          <p:cNvSpPr>
            <a:spLocks noGrp="1"/>
          </p:cNvSpPr>
          <p:nvPr>
            <p:ph type="title"/>
          </p:nvPr>
        </p:nvSpPr>
        <p:spPr/>
        <p:txBody>
          <a:bodyPr/>
          <a:lstStyle/>
          <a:p>
            <a:r>
              <a:rPr lang="en-US" dirty="0"/>
              <a:t>Tracked Metrics</a:t>
            </a:r>
          </a:p>
        </p:txBody>
      </p:sp>
      <p:sp>
        <p:nvSpPr>
          <p:cNvPr id="3" name="Content Placeholder 2">
            <a:extLst>
              <a:ext uri="{FF2B5EF4-FFF2-40B4-BE49-F238E27FC236}">
                <a16:creationId xmlns:a16="http://schemas.microsoft.com/office/drawing/2014/main" id="{15A5A325-2558-E542-3DAD-344651371F40}"/>
              </a:ext>
            </a:extLst>
          </p:cNvPr>
          <p:cNvSpPr>
            <a:spLocks noGrp="1"/>
          </p:cNvSpPr>
          <p:nvPr>
            <p:ph idx="1"/>
          </p:nvPr>
        </p:nvSpPr>
        <p:spPr/>
        <p:txBody>
          <a:bodyPr/>
          <a:lstStyle/>
          <a:p>
            <a:r>
              <a:rPr lang="en-US" dirty="0"/>
              <a:t>Browser Timings</a:t>
            </a:r>
          </a:p>
          <a:p>
            <a:r>
              <a:rPr lang="en-US" dirty="0"/>
              <a:t>Page Views</a:t>
            </a:r>
          </a:p>
          <a:p>
            <a:r>
              <a:rPr lang="en-US" dirty="0"/>
              <a:t>Traces</a:t>
            </a:r>
          </a:p>
          <a:p>
            <a:endParaRPr lang="en-US" dirty="0"/>
          </a:p>
        </p:txBody>
      </p:sp>
    </p:spTree>
    <p:extLst>
      <p:ext uri="{BB962C8B-B14F-4D97-AF65-F5344CB8AC3E}">
        <p14:creationId xmlns:p14="http://schemas.microsoft.com/office/powerpoint/2010/main" val="2835305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3D880-AFF3-8F1E-47A6-EC9046E63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B132F-39D1-B050-F0BA-B3E6814936C9}"/>
              </a:ext>
            </a:extLst>
          </p:cNvPr>
          <p:cNvSpPr>
            <a:spLocks noGrp="1"/>
          </p:cNvSpPr>
          <p:nvPr>
            <p:ph type="title"/>
          </p:nvPr>
        </p:nvSpPr>
        <p:spPr/>
        <p:txBody>
          <a:bodyPr/>
          <a:lstStyle/>
          <a:p>
            <a:r>
              <a:rPr lang="en-US" dirty="0"/>
              <a:t>The Kusto Query aka KQL</a:t>
            </a:r>
          </a:p>
        </p:txBody>
      </p:sp>
      <p:sp>
        <p:nvSpPr>
          <p:cNvPr id="3" name="Content Placeholder 2">
            <a:extLst>
              <a:ext uri="{FF2B5EF4-FFF2-40B4-BE49-F238E27FC236}">
                <a16:creationId xmlns:a16="http://schemas.microsoft.com/office/drawing/2014/main" id="{4C283FE3-1F79-22C5-75B6-A44FA83EAE5E}"/>
              </a:ext>
            </a:extLst>
          </p:cNvPr>
          <p:cNvSpPr>
            <a:spLocks noGrp="1"/>
          </p:cNvSpPr>
          <p:nvPr>
            <p:ph idx="1"/>
          </p:nvPr>
        </p:nvSpPr>
        <p:spPr/>
        <p:txBody>
          <a:bodyPr/>
          <a:lstStyle/>
          <a:p>
            <a:r>
              <a:rPr lang="en-US" dirty="0"/>
              <a:t>The query language used to parse Telemetry files</a:t>
            </a:r>
          </a:p>
          <a:p>
            <a:endParaRPr lang="en-US" dirty="0"/>
          </a:p>
          <a:p>
            <a:r>
              <a:rPr lang="en-US" dirty="0"/>
              <a:t>Useful to filter through the scads of data</a:t>
            </a:r>
          </a:p>
          <a:p>
            <a:endParaRPr lang="en-US" dirty="0"/>
          </a:p>
          <a:p>
            <a:r>
              <a:rPr lang="en-US" dirty="0"/>
              <a:t>Very useful when exporting the query to Power BI</a:t>
            </a:r>
          </a:p>
          <a:p>
            <a:endParaRPr lang="en-US" dirty="0"/>
          </a:p>
        </p:txBody>
      </p:sp>
    </p:spTree>
    <p:extLst>
      <p:ext uri="{BB962C8B-B14F-4D97-AF65-F5344CB8AC3E}">
        <p14:creationId xmlns:p14="http://schemas.microsoft.com/office/powerpoint/2010/main" val="2776490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F54B1-0263-812E-B494-2A5C97444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7B5B3-B811-7D9B-552B-2DAD72EA5E2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5CE125C-03D0-B24F-B5EA-B54BF4C6919D}"/>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4F3443EE-E5D1-2B94-3670-CF42F37C6912}"/>
              </a:ext>
            </a:extLst>
          </p:cNvPr>
          <p:cNvPicPr>
            <a:picLocks noChangeAspect="1"/>
          </p:cNvPicPr>
          <p:nvPr/>
        </p:nvPicPr>
        <p:blipFill>
          <a:blip r:embed="rId2"/>
          <a:stretch>
            <a:fillRect/>
          </a:stretch>
        </p:blipFill>
        <p:spPr>
          <a:xfrm>
            <a:off x="138249" y="144865"/>
            <a:ext cx="11983742" cy="4192003"/>
          </a:xfrm>
          <a:prstGeom prst="rect">
            <a:avLst/>
          </a:prstGeom>
        </p:spPr>
      </p:pic>
    </p:spTree>
    <p:extLst>
      <p:ext uri="{BB962C8B-B14F-4D97-AF65-F5344CB8AC3E}">
        <p14:creationId xmlns:p14="http://schemas.microsoft.com/office/powerpoint/2010/main" val="1261093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8E61-43DB-CCD0-3935-6E84CED91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9F336-45FD-3E94-325B-FF15B2B59ED1}"/>
              </a:ext>
            </a:extLst>
          </p:cNvPr>
          <p:cNvSpPr>
            <a:spLocks noGrp="1"/>
          </p:cNvSpPr>
          <p:nvPr>
            <p:ph type="title"/>
          </p:nvPr>
        </p:nvSpPr>
        <p:spPr/>
        <p:txBody>
          <a:bodyPr/>
          <a:lstStyle/>
          <a:p>
            <a:r>
              <a:rPr lang="en-US" dirty="0"/>
              <a:t>Analyze and monitor telemetry with KQL</a:t>
            </a:r>
          </a:p>
        </p:txBody>
      </p:sp>
      <p:sp>
        <p:nvSpPr>
          <p:cNvPr id="3" name="Content Placeholder 2">
            <a:extLst>
              <a:ext uri="{FF2B5EF4-FFF2-40B4-BE49-F238E27FC236}">
                <a16:creationId xmlns:a16="http://schemas.microsoft.com/office/drawing/2014/main" id="{F44D7D7F-5FC3-3535-E26D-FB698561111D}"/>
              </a:ext>
            </a:extLst>
          </p:cNvPr>
          <p:cNvSpPr>
            <a:spLocks noGrp="1"/>
          </p:cNvSpPr>
          <p:nvPr>
            <p:ph idx="1"/>
          </p:nvPr>
        </p:nvSpPr>
        <p:spPr/>
        <p:txBody>
          <a:bodyPr/>
          <a:lstStyle/>
          <a:p>
            <a:pPr marL="0" indent="0">
              <a:buNone/>
            </a:pPr>
            <a:r>
              <a:rPr lang="en-US" sz="3200" b="1" dirty="0"/>
              <a:t>https://learn.microsoft.com/en-us/dynamics365/business-central/dev-itpro/administration/telemetry-analyze-with-kql#how-can-i-query-telemetry-from-log-analytics</a:t>
            </a:r>
          </a:p>
          <a:p>
            <a:pPr marL="0" indent="0">
              <a:buNone/>
            </a:pPr>
            <a:endParaRPr lang="en-US" dirty="0"/>
          </a:p>
        </p:txBody>
      </p:sp>
    </p:spTree>
    <p:extLst>
      <p:ext uri="{BB962C8B-B14F-4D97-AF65-F5344CB8AC3E}">
        <p14:creationId xmlns:p14="http://schemas.microsoft.com/office/powerpoint/2010/main" val="1628500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7FC19-7B5E-D7A6-A532-72CB95900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8C1CD-5319-D35C-C9FD-8E69CD25AF18}"/>
              </a:ext>
            </a:extLst>
          </p:cNvPr>
          <p:cNvSpPr>
            <a:spLocks noGrp="1"/>
          </p:cNvSpPr>
          <p:nvPr>
            <p:ph type="title"/>
          </p:nvPr>
        </p:nvSpPr>
        <p:spPr/>
        <p:txBody>
          <a:bodyPr/>
          <a:lstStyle/>
          <a:p>
            <a:r>
              <a:rPr lang="en-US" dirty="0"/>
              <a:t>Tool 4 Power BI Dashboard</a:t>
            </a:r>
          </a:p>
        </p:txBody>
      </p:sp>
      <p:sp>
        <p:nvSpPr>
          <p:cNvPr id="3" name="Content Placeholder 2">
            <a:extLst>
              <a:ext uri="{FF2B5EF4-FFF2-40B4-BE49-F238E27FC236}">
                <a16:creationId xmlns:a16="http://schemas.microsoft.com/office/drawing/2014/main" id="{6EC78DEC-CCB3-7711-CF94-9025D190045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903108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986D-08D1-5A9A-76C7-7D82560CA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38902-0DD9-0C2B-04FD-F4ED122CA3C1}"/>
              </a:ext>
            </a:extLst>
          </p:cNvPr>
          <p:cNvSpPr>
            <a:spLocks noGrp="1"/>
          </p:cNvSpPr>
          <p:nvPr>
            <p:ph type="title"/>
          </p:nvPr>
        </p:nvSpPr>
        <p:spPr/>
        <p:txBody>
          <a:bodyPr/>
          <a:lstStyle/>
          <a:p>
            <a:r>
              <a:rPr lang="en-US" dirty="0"/>
              <a:t>Power BI Reporting</a:t>
            </a:r>
          </a:p>
        </p:txBody>
      </p:sp>
      <p:sp>
        <p:nvSpPr>
          <p:cNvPr id="3" name="Content Placeholder 2">
            <a:extLst>
              <a:ext uri="{FF2B5EF4-FFF2-40B4-BE49-F238E27FC236}">
                <a16:creationId xmlns:a16="http://schemas.microsoft.com/office/drawing/2014/main" id="{1D3EA309-ECE7-599A-4FB7-6938CCED0EB1}"/>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66793065-BFE8-71B0-D7E4-61A17E985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492" y="1616548"/>
            <a:ext cx="11652422" cy="2458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872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09133-655B-5BA4-73E4-169AD31C2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452E4-77E4-49C8-FE9C-4B6805A5021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E31963D-8C50-9686-6563-6B80F436C0FA}"/>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9EAECB74-389A-D695-5BF9-3FF8A282B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492" y="290985"/>
            <a:ext cx="5656566" cy="55360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1460B999-CEC8-F010-4D2B-94AB12DCA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9859" y="290985"/>
            <a:ext cx="2914478" cy="5728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0660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DB37E-69CF-D37B-2BDF-76857961A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A2346-1F81-F77D-C285-94914D9BFE1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CA40A9D-5158-E63F-9E3B-762761D59821}"/>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9C76CBD7-A449-984A-70B0-EF35D2320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066" y="0"/>
            <a:ext cx="10691274" cy="6264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8981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5C37C-A293-E013-EF8B-BA160C84A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AF52A-87F5-6EB3-8D3E-FCD0CFB5FA7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346A252-3FBF-51B7-F24C-AFEF7BAB2781}"/>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138AB0B8-0E89-838C-0B78-B88320719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52" y="145136"/>
            <a:ext cx="11959270" cy="5407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420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D6011-2542-D1A3-CF77-C191610FB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F0765-8DCC-C1FE-B46F-89FE6EFB804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44989E4-324B-0DA3-E38E-FB7D6977D5DE}"/>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A5CB6D78-BAC2-4E90-A5F5-57276D4B5A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90" y="-1"/>
            <a:ext cx="10425221" cy="6059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190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0C5D9-B09E-7FD3-9305-787D80922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85FF8-9019-D36F-6FBE-4BF2B48FE56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B5364A5-48D9-121A-39AA-870BFD241F84}"/>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A56E0D07-D168-D558-9E08-260961435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997" y="-13333"/>
            <a:ext cx="10018005" cy="5821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0176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2B71C-F74D-B026-A323-85D3E4051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FBC42-9F0A-4E7B-500F-18C001DD1C6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DE06A10-AA35-938E-642F-73A70A23C87F}"/>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DA8789E5-5168-4D57-ADFC-82C3E622994A}"/>
              </a:ext>
            </a:extLst>
          </p:cNvPr>
          <p:cNvPicPr>
            <a:picLocks noChangeAspect="1"/>
          </p:cNvPicPr>
          <p:nvPr/>
        </p:nvPicPr>
        <p:blipFill>
          <a:blip r:embed="rId2"/>
          <a:stretch>
            <a:fillRect/>
          </a:stretch>
        </p:blipFill>
        <p:spPr>
          <a:xfrm>
            <a:off x="436096" y="0"/>
            <a:ext cx="11319808" cy="5807676"/>
          </a:xfrm>
          <a:prstGeom prst="rect">
            <a:avLst/>
          </a:prstGeom>
        </p:spPr>
      </p:pic>
    </p:spTree>
    <p:extLst>
      <p:ext uri="{BB962C8B-B14F-4D97-AF65-F5344CB8AC3E}">
        <p14:creationId xmlns:p14="http://schemas.microsoft.com/office/powerpoint/2010/main" val="3918391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E1FB5-11DF-2674-DBE8-8C556BB43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76FBA-E60D-41CC-BF8E-439B4F0A636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29F5949-4EA3-CA19-4091-A45DDC55F096}"/>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4FD4F058-D4C6-D98B-2196-6F500EF8A75D}"/>
              </a:ext>
            </a:extLst>
          </p:cNvPr>
          <p:cNvPicPr>
            <a:picLocks noChangeAspect="1"/>
          </p:cNvPicPr>
          <p:nvPr/>
        </p:nvPicPr>
        <p:blipFill>
          <a:blip r:embed="rId2"/>
          <a:stretch>
            <a:fillRect/>
          </a:stretch>
        </p:blipFill>
        <p:spPr>
          <a:xfrm>
            <a:off x="259491" y="5891"/>
            <a:ext cx="11652421" cy="5852259"/>
          </a:xfrm>
          <a:prstGeom prst="rect">
            <a:avLst/>
          </a:prstGeom>
        </p:spPr>
      </p:pic>
    </p:spTree>
    <p:extLst>
      <p:ext uri="{BB962C8B-B14F-4D97-AF65-F5344CB8AC3E}">
        <p14:creationId xmlns:p14="http://schemas.microsoft.com/office/powerpoint/2010/main" val="42037043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EBF6A-D300-BB1D-6885-DF9EF446B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03FC0-7190-AB8A-7DDA-7C666E832D89}"/>
              </a:ext>
            </a:extLst>
          </p:cNvPr>
          <p:cNvSpPr>
            <a:spLocks noGrp="1"/>
          </p:cNvSpPr>
          <p:nvPr>
            <p:ph type="title"/>
          </p:nvPr>
        </p:nvSpPr>
        <p:spPr/>
        <p:txBody>
          <a:bodyPr/>
          <a:lstStyle/>
          <a:p>
            <a:r>
              <a:rPr lang="en-US" dirty="0"/>
              <a:t>Report Load Performance</a:t>
            </a:r>
          </a:p>
        </p:txBody>
      </p:sp>
      <p:sp>
        <p:nvSpPr>
          <p:cNvPr id="3" name="Content Placeholder 2">
            <a:extLst>
              <a:ext uri="{FF2B5EF4-FFF2-40B4-BE49-F238E27FC236}">
                <a16:creationId xmlns:a16="http://schemas.microsoft.com/office/drawing/2014/main" id="{D0C9E57C-B3F0-749F-4C30-B9061392C4D8}"/>
              </a:ext>
            </a:extLst>
          </p:cNvPr>
          <p:cNvSpPr>
            <a:spLocks noGrp="1"/>
          </p:cNvSpPr>
          <p:nvPr>
            <p:ph idx="1"/>
          </p:nvPr>
        </p:nvSpPr>
        <p:spPr/>
        <p:txBody>
          <a:bodyPr/>
          <a:lstStyle/>
          <a:p>
            <a:endParaRPr lang="en-US" dirty="0"/>
          </a:p>
        </p:txBody>
      </p:sp>
      <p:pic>
        <p:nvPicPr>
          <p:cNvPr id="4" name="Content Placeholder 3">
            <a:extLst>
              <a:ext uri="{FF2B5EF4-FFF2-40B4-BE49-F238E27FC236}">
                <a16:creationId xmlns:a16="http://schemas.microsoft.com/office/drawing/2014/main" id="{9E3B377F-ADEA-9892-B9AE-CF20188D52FD}"/>
              </a:ext>
            </a:extLst>
          </p:cNvPr>
          <p:cNvPicPr>
            <a:picLocks noChangeAspect="1"/>
          </p:cNvPicPr>
          <p:nvPr/>
        </p:nvPicPr>
        <p:blipFill>
          <a:blip r:embed="rId2"/>
          <a:stretch>
            <a:fillRect/>
          </a:stretch>
        </p:blipFill>
        <p:spPr>
          <a:xfrm>
            <a:off x="280086" y="1825625"/>
            <a:ext cx="11653041" cy="3065864"/>
          </a:xfrm>
          <a:prstGeom prst="rect">
            <a:avLst/>
          </a:prstGeom>
        </p:spPr>
      </p:pic>
    </p:spTree>
    <p:extLst>
      <p:ext uri="{BB962C8B-B14F-4D97-AF65-F5344CB8AC3E}">
        <p14:creationId xmlns:p14="http://schemas.microsoft.com/office/powerpoint/2010/main" val="30105421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C2156-8018-A442-35C8-33A8F558F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ED207-EC96-9D78-ECAB-D5BC1DE6C6BD}"/>
              </a:ext>
            </a:extLst>
          </p:cNvPr>
          <p:cNvSpPr>
            <a:spLocks noGrp="1"/>
          </p:cNvSpPr>
          <p:nvPr>
            <p:ph type="title"/>
          </p:nvPr>
        </p:nvSpPr>
        <p:spPr/>
        <p:txBody>
          <a:bodyPr/>
          <a:lstStyle/>
          <a:p>
            <a:r>
              <a:rPr lang="en-US" dirty="0"/>
              <a:t>Web Service Performance</a:t>
            </a:r>
          </a:p>
        </p:txBody>
      </p:sp>
      <p:pic>
        <p:nvPicPr>
          <p:cNvPr id="4" name="Content Placeholder 6">
            <a:extLst>
              <a:ext uri="{FF2B5EF4-FFF2-40B4-BE49-F238E27FC236}">
                <a16:creationId xmlns:a16="http://schemas.microsoft.com/office/drawing/2014/main" id="{616A369F-4C47-A5A6-DE41-D0957C7CD8EB}"/>
              </a:ext>
            </a:extLst>
          </p:cNvPr>
          <p:cNvPicPr>
            <a:picLocks noGrp="1" noChangeAspect="1"/>
          </p:cNvPicPr>
          <p:nvPr>
            <p:ph idx="1"/>
          </p:nvPr>
        </p:nvPicPr>
        <p:blipFill>
          <a:blip r:embed="rId2"/>
          <a:stretch>
            <a:fillRect/>
          </a:stretch>
        </p:blipFill>
        <p:spPr>
          <a:xfrm>
            <a:off x="384645" y="1320528"/>
            <a:ext cx="11319675" cy="4558482"/>
          </a:xfrm>
        </p:spPr>
      </p:pic>
    </p:spTree>
    <p:extLst>
      <p:ext uri="{BB962C8B-B14F-4D97-AF65-F5344CB8AC3E}">
        <p14:creationId xmlns:p14="http://schemas.microsoft.com/office/powerpoint/2010/main" val="40697196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AB8CC-5516-0A0F-AEE4-0182B10E8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06191-949B-9EBC-D652-BBCDD64032DF}"/>
              </a:ext>
            </a:extLst>
          </p:cNvPr>
          <p:cNvSpPr>
            <a:spLocks noGrp="1"/>
          </p:cNvSpPr>
          <p:nvPr>
            <p:ph type="title"/>
          </p:nvPr>
        </p:nvSpPr>
        <p:spPr/>
        <p:txBody>
          <a:bodyPr/>
          <a:lstStyle/>
          <a:p>
            <a:r>
              <a:rPr lang="en-US" dirty="0"/>
              <a:t>BC Object Performance</a:t>
            </a:r>
          </a:p>
        </p:txBody>
      </p:sp>
      <p:sp>
        <p:nvSpPr>
          <p:cNvPr id="3" name="Content Placeholder 2">
            <a:extLst>
              <a:ext uri="{FF2B5EF4-FFF2-40B4-BE49-F238E27FC236}">
                <a16:creationId xmlns:a16="http://schemas.microsoft.com/office/drawing/2014/main" id="{E45271A9-BB7D-7737-4CED-FA766264ECD6}"/>
              </a:ext>
            </a:extLst>
          </p:cNvPr>
          <p:cNvSpPr>
            <a:spLocks noGrp="1"/>
          </p:cNvSpPr>
          <p:nvPr>
            <p:ph idx="1"/>
          </p:nvPr>
        </p:nvSpPr>
        <p:spPr/>
        <p:txBody>
          <a:bodyPr/>
          <a:lstStyle/>
          <a:p>
            <a:endParaRPr lang="en-US" dirty="0"/>
          </a:p>
        </p:txBody>
      </p:sp>
      <p:pic>
        <p:nvPicPr>
          <p:cNvPr id="4" name="Content Placeholder 5">
            <a:extLst>
              <a:ext uri="{FF2B5EF4-FFF2-40B4-BE49-F238E27FC236}">
                <a16:creationId xmlns:a16="http://schemas.microsoft.com/office/drawing/2014/main" id="{92A74875-D2E4-034A-5DB2-D1D3F48BF4BB}"/>
              </a:ext>
            </a:extLst>
          </p:cNvPr>
          <p:cNvPicPr>
            <a:picLocks noChangeAspect="1"/>
          </p:cNvPicPr>
          <p:nvPr/>
        </p:nvPicPr>
        <p:blipFill>
          <a:blip r:embed="rId2"/>
          <a:stretch>
            <a:fillRect/>
          </a:stretch>
        </p:blipFill>
        <p:spPr>
          <a:xfrm>
            <a:off x="1675341" y="1405539"/>
            <a:ext cx="8820724" cy="4402137"/>
          </a:xfrm>
          <a:prstGeom prst="rect">
            <a:avLst/>
          </a:prstGeom>
        </p:spPr>
      </p:pic>
    </p:spTree>
    <p:extLst>
      <p:ext uri="{BB962C8B-B14F-4D97-AF65-F5344CB8AC3E}">
        <p14:creationId xmlns:p14="http://schemas.microsoft.com/office/powerpoint/2010/main" val="1872432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5661E-F525-E2A6-2768-26A41F1C3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2750B-66BB-F8CC-2F7F-99D437189B76}"/>
              </a:ext>
            </a:extLst>
          </p:cNvPr>
          <p:cNvSpPr>
            <a:spLocks noGrp="1"/>
          </p:cNvSpPr>
          <p:nvPr>
            <p:ph type="title"/>
          </p:nvPr>
        </p:nvSpPr>
        <p:spPr/>
        <p:txBody>
          <a:bodyPr/>
          <a:lstStyle/>
          <a:p>
            <a:r>
              <a:rPr lang="en-US" dirty="0"/>
              <a:t>SQL Performance</a:t>
            </a:r>
          </a:p>
        </p:txBody>
      </p:sp>
      <p:sp>
        <p:nvSpPr>
          <p:cNvPr id="3" name="Content Placeholder 2">
            <a:extLst>
              <a:ext uri="{FF2B5EF4-FFF2-40B4-BE49-F238E27FC236}">
                <a16:creationId xmlns:a16="http://schemas.microsoft.com/office/drawing/2014/main" id="{5D68277A-56BD-C6A7-673B-327B1852B392}"/>
              </a:ext>
            </a:extLst>
          </p:cNvPr>
          <p:cNvSpPr>
            <a:spLocks noGrp="1"/>
          </p:cNvSpPr>
          <p:nvPr>
            <p:ph idx="1"/>
          </p:nvPr>
        </p:nvSpPr>
        <p:spPr/>
        <p:txBody>
          <a:bodyPr/>
          <a:lstStyle/>
          <a:p>
            <a:endParaRPr lang="en-US" dirty="0"/>
          </a:p>
        </p:txBody>
      </p:sp>
      <p:pic>
        <p:nvPicPr>
          <p:cNvPr id="4" name="Content Placeholder 5">
            <a:extLst>
              <a:ext uri="{FF2B5EF4-FFF2-40B4-BE49-F238E27FC236}">
                <a16:creationId xmlns:a16="http://schemas.microsoft.com/office/drawing/2014/main" id="{DC989826-80E4-FEDB-E7B0-0B39F8EBE638}"/>
              </a:ext>
            </a:extLst>
          </p:cNvPr>
          <p:cNvPicPr>
            <a:picLocks noChangeAspect="1"/>
          </p:cNvPicPr>
          <p:nvPr/>
        </p:nvPicPr>
        <p:blipFill>
          <a:blip r:embed="rId3"/>
          <a:stretch>
            <a:fillRect/>
          </a:stretch>
        </p:blipFill>
        <p:spPr>
          <a:xfrm>
            <a:off x="424261" y="1405539"/>
            <a:ext cx="11343477" cy="4402137"/>
          </a:xfrm>
          <a:prstGeom prst="rect">
            <a:avLst/>
          </a:prstGeom>
        </p:spPr>
      </p:pic>
    </p:spTree>
    <p:extLst>
      <p:ext uri="{BB962C8B-B14F-4D97-AF65-F5344CB8AC3E}">
        <p14:creationId xmlns:p14="http://schemas.microsoft.com/office/powerpoint/2010/main" val="3156553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305B-1E63-BFF4-192E-CAFE118E6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9366B-D59F-23FD-E9DE-C473152F5CBC}"/>
              </a:ext>
            </a:extLst>
          </p:cNvPr>
          <p:cNvSpPr>
            <a:spLocks noGrp="1"/>
          </p:cNvSpPr>
          <p:nvPr>
            <p:ph type="title"/>
          </p:nvPr>
        </p:nvSpPr>
        <p:spPr/>
        <p:txBody>
          <a:bodyPr/>
          <a:lstStyle/>
          <a:p>
            <a:r>
              <a:rPr lang="en-US" dirty="0"/>
              <a:t>Common Issues</a:t>
            </a:r>
          </a:p>
        </p:txBody>
      </p:sp>
      <p:sp>
        <p:nvSpPr>
          <p:cNvPr id="3" name="Content Placeholder 2">
            <a:extLst>
              <a:ext uri="{FF2B5EF4-FFF2-40B4-BE49-F238E27FC236}">
                <a16:creationId xmlns:a16="http://schemas.microsoft.com/office/drawing/2014/main" id="{CB4AD51C-17B3-A0EF-2688-BCBC57C0EE2B}"/>
              </a:ext>
            </a:extLst>
          </p:cNvPr>
          <p:cNvSpPr>
            <a:spLocks noGrp="1"/>
          </p:cNvSpPr>
          <p:nvPr>
            <p:ph idx="1"/>
          </p:nvPr>
        </p:nvSpPr>
        <p:spPr/>
        <p:txBody>
          <a:bodyPr/>
          <a:lstStyle/>
          <a:p>
            <a:endParaRPr lang="en-US" dirty="0"/>
          </a:p>
        </p:txBody>
      </p:sp>
      <p:sp>
        <p:nvSpPr>
          <p:cNvPr id="4" name="Text Placeholder 2">
            <a:extLst>
              <a:ext uri="{FF2B5EF4-FFF2-40B4-BE49-F238E27FC236}">
                <a16:creationId xmlns:a16="http://schemas.microsoft.com/office/drawing/2014/main" id="{9CD3286D-A9B6-9695-7BA2-8152AB842EC8}"/>
              </a:ext>
            </a:extLst>
          </p:cNvPr>
          <p:cNvSpPr txBox="1">
            <a:spLocks/>
          </p:cNvSpPr>
          <p:nvPr/>
        </p:nvSpPr>
        <p:spPr>
          <a:xfrm>
            <a:off x="280086" y="1235478"/>
            <a:ext cx="10515600" cy="1500187"/>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sz="24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sz="20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and how to address them.</a:t>
            </a:r>
          </a:p>
        </p:txBody>
      </p:sp>
    </p:spTree>
    <p:extLst>
      <p:ext uri="{BB962C8B-B14F-4D97-AF65-F5344CB8AC3E}">
        <p14:creationId xmlns:p14="http://schemas.microsoft.com/office/powerpoint/2010/main" val="23475156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B6F9-3676-960B-5FA6-AAB4ADA7E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0E05C-1FD5-AA38-A8C6-C597A4FA4358}"/>
              </a:ext>
            </a:extLst>
          </p:cNvPr>
          <p:cNvSpPr>
            <a:spLocks noGrp="1"/>
          </p:cNvSpPr>
          <p:nvPr>
            <p:ph type="title"/>
          </p:nvPr>
        </p:nvSpPr>
        <p:spPr/>
        <p:txBody>
          <a:bodyPr/>
          <a:lstStyle/>
          <a:p>
            <a:r>
              <a:rPr lang="en-US" dirty="0"/>
              <a:t>Network Analysis</a:t>
            </a:r>
          </a:p>
        </p:txBody>
      </p:sp>
      <p:sp>
        <p:nvSpPr>
          <p:cNvPr id="3" name="Content Placeholder 2">
            <a:extLst>
              <a:ext uri="{FF2B5EF4-FFF2-40B4-BE49-F238E27FC236}">
                <a16:creationId xmlns:a16="http://schemas.microsoft.com/office/drawing/2014/main" id="{5F430AA2-8ABB-87F3-0237-E45B7F0B5E2E}"/>
              </a:ext>
            </a:extLst>
          </p:cNvPr>
          <p:cNvSpPr>
            <a:spLocks noGrp="1"/>
          </p:cNvSpPr>
          <p:nvPr>
            <p:ph idx="1"/>
          </p:nvPr>
        </p:nvSpPr>
        <p:spPr/>
        <p:txBody>
          <a:bodyPr>
            <a:normAutofit lnSpcReduction="10000"/>
          </a:bodyPr>
          <a:lstStyle/>
          <a:p>
            <a:r>
              <a:rPr lang="en-US" dirty="0"/>
              <a:t>Network Duration</a:t>
            </a:r>
          </a:p>
          <a:p>
            <a:endParaRPr lang="en-US" dirty="0"/>
          </a:p>
          <a:p>
            <a:r>
              <a:rPr lang="en-US" dirty="0"/>
              <a:t>Send Duration</a:t>
            </a:r>
          </a:p>
          <a:p>
            <a:endParaRPr lang="en-US" dirty="0"/>
          </a:p>
          <a:p>
            <a:r>
              <a:rPr lang="en-US" dirty="0"/>
              <a:t>Receive Duration</a:t>
            </a:r>
          </a:p>
          <a:p>
            <a:endParaRPr lang="en-US" dirty="0"/>
          </a:p>
          <a:p>
            <a:r>
              <a:rPr lang="en-US" dirty="0"/>
              <a:t>Processing Duration</a:t>
            </a:r>
          </a:p>
          <a:p>
            <a:endParaRPr lang="en-US" dirty="0"/>
          </a:p>
        </p:txBody>
      </p:sp>
      <p:pic>
        <p:nvPicPr>
          <p:cNvPr id="4" name="Picture 2">
            <a:extLst>
              <a:ext uri="{FF2B5EF4-FFF2-40B4-BE49-F238E27FC236}">
                <a16:creationId xmlns:a16="http://schemas.microsoft.com/office/drawing/2014/main" id="{80D0A1A2-8BC9-C337-D73C-D64AF18B9B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8900" y="140027"/>
            <a:ext cx="5619750"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0384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DEC4-5655-A720-D8BF-9E90504C7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B6684-CB3B-A57F-FF5B-4B2A2094A83A}"/>
              </a:ext>
            </a:extLst>
          </p:cNvPr>
          <p:cNvSpPr>
            <a:spLocks noGrp="1"/>
          </p:cNvSpPr>
          <p:nvPr>
            <p:ph type="title"/>
          </p:nvPr>
        </p:nvSpPr>
        <p:spPr/>
        <p:txBody>
          <a:bodyPr/>
          <a:lstStyle/>
          <a:p>
            <a:r>
              <a:rPr lang="en-US" dirty="0"/>
              <a:t>Slow Data Retrieval</a:t>
            </a:r>
          </a:p>
        </p:txBody>
      </p:sp>
      <p:sp>
        <p:nvSpPr>
          <p:cNvPr id="3" name="Content Placeholder 2">
            <a:extLst>
              <a:ext uri="{FF2B5EF4-FFF2-40B4-BE49-F238E27FC236}">
                <a16:creationId xmlns:a16="http://schemas.microsoft.com/office/drawing/2014/main" id="{938D8185-514D-C60B-ADD4-E2E037EBAAC6}"/>
              </a:ext>
            </a:extLst>
          </p:cNvPr>
          <p:cNvSpPr>
            <a:spLocks noGrp="1"/>
          </p:cNvSpPr>
          <p:nvPr>
            <p:ph idx="1"/>
          </p:nvPr>
        </p:nvSpPr>
        <p:spPr/>
        <p:txBody>
          <a:bodyPr/>
          <a:lstStyle/>
          <a:p>
            <a:r>
              <a:rPr lang="en-US" dirty="0"/>
              <a:t>Too many rollups</a:t>
            </a:r>
          </a:p>
          <a:p>
            <a:endParaRPr lang="en-US" dirty="0"/>
          </a:p>
          <a:p>
            <a:r>
              <a:rPr lang="en-US" dirty="0"/>
              <a:t>Too many </a:t>
            </a:r>
            <a:r>
              <a:rPr lang="en-US" dirty="0" err="1"/>
              <a:t>OnAfterGetRecord</a:t>
            </a:r>
            <a:r>
              <a:rPr lang="en-US" dirty="0"/>
              <a:t> calculations</a:t>
            </a:r>
          </a:p>
          <a:p>
            <a:endParaRPr lang="en-US" dirty="0"/>
          </a:p>
          <a:p>
            <a:r>
              <a:rPr lang="en-US" dirty="0"/>
              <a:t>Insufficient Database Indexing</a:t>
            </a:r>
          </a:p>
          <a:p>
            <a:endParaRPr lang="en-US" dirty="0"/>
          </a:p>
        </p:txBody>
      </p:sp>
    </p:spTree>
    <p:extLst>
      <p:ext uri="{BB962C8B-B14F-4D97-AF65-F5344CB8AC3E}">
        <p14:creationId xmlns:p14="http://schemas.microsoft.com/office/powerpoint/2010/main" val="27796478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42091-80A7-2963-A256-3CAA0C13A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076E9-8812-3008-9917-0AD6901CCE6C}"/>
              </a:ext>
            </a:extLst>
          </p:cNvPr>
          <p:cNvSpPr>
            <a:spLocks noGrp="1"/>
          </p:cNvSpPr>
          <p:nvPr>
            <p:ph type="title"/>
          </p:nvPr>
        </p:nvSpPr>
        <p:spPr/>
        <p:txBody>
          <a:bodyPr/>
          <a:lstStyle/>
          <a:p>
            <a:r>
              <a:rPr lang="en-US" dirty="0"/>
              <a:t>Database Missing Index</a:t>
            </a:r>
          </a:p>
        </p:txBody>
      </p:sp>
      <p:sp>
        <p:nvSpPr>
          <p:cNvPr id="3" name="Content Placeholder 2">
            <a:extLst>
              <a:ext uri="{FF2B5EF4-FFF2-40B4-BE49-F238E27FC236}">
                <a16:creationId xmlns:a16="http://schemas.microsoft.com/office/drawing/2014/main" id="{8C4EAFAE-4042-AD6C-9384-1E36368483A2}"/>
              </a:ext>
            </a:extLst>
          </p:cNvPr>
          <p:cNvSpPr>
            <a:spLocks noGrp="1"/>
          </p:cNvSpPr>
          <p:nvPr>
            <p:ph idx="1"/>
          </p:nvPr>
        </p:nvSpPr>
        <p:spPr/>
        <p:txBody>
          <a:bodyPr/>
          <a:lstStyle/>
          <a:p>
            <a:endParaRPr lang="en-US" dirty="0"/>
          </a:p>
        </p:txBody>
      </p:sp>
      <p:pic>
        <p:nvPicPr>
          <p:cNvPr id="4" name="Picture 2">
            <a:extLst>
              <a:ext uri="{FF2B5EF4-FFF2-40B4-BE49-F238E27FC236}">
                <a16:creationId xmlns:a16="http://schemas.microsoft.com/office/drawing/2014/main" id="{EC9CC90C-CB3C-9B86-02E9-C2B33F9C59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38" y="1404058"/>
            <a:ext cx="6524625" cy="3581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B68D6D2-07A4-7D33-E448-73B4F842A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2080" y="2340103"/>
            <a:ext cx="9172575"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6245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98629-0336-1078-17BE-21FDE6C92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F15CE-6E1B-CD4E-DE60-6F0144A760B2}"/>
              </a:ext>
            </a:extLst>
          </p:cNvPr>
          <p:cNvSpPr>
            <a:spLocks noGrp="1"/>
          </p:cNvSpPr>
          <p:nvPr>
            <p:ph type="title"/>
          </p:nvPr>
        </p:nvSpPr>
        <p:spPr/>
        <p:txBody>
          <a:bodyPr/>
          <a:lstStyle/>
          <a:p>
            <a:r>
              <a:rPr lang="en-US" dirty="0"/>
              <a:t>Adding Indexes to Business  Central</a:t>
            </a:r>
          </a:p>
        </p:txBody>
      </p:sp>
      <p:sp>
        <p:nvSpPr>
          <p:cNvPr id="3" name="Content Placeholder 2">
            <a:extLst>
              <a:ext uri="{FF2B5EF4-FFF2-40B4-BE49-F238E27FC236}">
                <a16:creationId xmlns:a16="http://schemas.microsoft.com/office/drawing/2014/main" id="{BA9E1ACE-FDC2-8CC2-C495-54DE89101781}"/>
              </a:ext>
            </a:extLst>
          </p:cNvPr>
          <p:cNvSpPr>
            <a:spLocks noGrp="1"/>
          </p:cNvSpPr>
          <p:nvPr>
            <p:ph idx="1"/>
          </p:nvPr>
        </p:nvSpPr>
        <p:spPr/>
        <p:txBody>
          <a:bodyPr>
            <a:normAutofit lnSpcReduction="10000"/>
          </a:bodyPr>
          <a:lstStyle/>
          <a:p>
            <a:r>
              <a:rPr lang="en-US" dirty="0"/>
              <a:t>Added to the Tables in BC</a:t>
            </a:r>
          </a:p>
          <a:p>
            <a:endParaRPr lang="en-US" dirty="0"/>
          </a:p>
          <a:p>
            <a:r>
              <a:rPr lang="en-US" dirty="0"/>
              <a:t>Needs to be an Extension</a:t>
            </a:r>
          </a:p>
          <a:p>
            <a:endParaRPr lang="en-US" dirty="0"/>
          </a:p>
          <a:p>
            <a:r>
              <a:rPr lang="en-US" dirty="0"/>
              <a:t>Indexes improve Load Time</a:t>
            </a:r>
          </a:p>
          <a:p>
            <a:endParaRPr lang="en-US" dirty="0"/>
          </a:p>
          <a:p>
            <a:r>
              <a:rPr lang="en-US" dirty="0"/>
              <a:t>Indexes </a:t>
            </a:r>
            <a:r>
              <a:rPr lang="en-US" b="1" u="sng" dirty="0"/>
              <a:t>cost</a:t>
            </a:r>
            <a:r>
              <a:rPr lang="en-US" dirty="0"/>
              <a:t> Save Time</a:t>
            </a:r>
          </a:p>
          <a:p>
            <a:endParaRPr lang="en-US" dirty="0"/>
          </a:p>
        </p:txBody>
      </p:sp>
      <p:pic>
        <p:nvPicPr>
          <p:cNvPr id="4" name="Picture 3">
            <a:extLst>
              <a:ext uri="{FF2B5EF4-FFF2-40B4-BE49-F238E27FC236}">
                <a16:creationId xmlns:a16="http://schemas.microsoft.com/office/drawing/2014/main" id="{EB01BD10-BE68-EB0D-8987-755FFC14FB7A}"/>
              </a:ext>
            </a:extLst>
          </p:cNvPr>
          <p:cNvPicPr>
            <a:picLocks noChangeAspect="1"/>
          </p:cNvPicPr>
          <p:nvPr/>
        </p:nvPicPr>
        <p:blipFill>
          <a:blip r:embed="rId2"/>
          <a:stretch>
            <a:fillRect/>
          </a:stretch>
        </p:blipFill>
        <p:spPr>
          <a:xfrm>
            <a:off x="5672168" y="1690545"/>
            <a:ext cx="6239746" cy="3982006"/>
          </a:xfrm>
          <a:prstGeom prst="rect">
            <a:avLst/>
          </a:prstGeom>
        </p:spPr>
      </p:pic>
    </p:spTree>
    <p:extLst>
      <p:ext uri="{BB962C8B-B14F-4D97-AF65-F5344CB8AC3E}">
        <p14:creationId xmlns:p14="http://schemas.microsoft.com/office/powerpoint/2010/main" val="38434142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D4B58-BB59-F36D-8B62-19FFD165D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8424B-9032-3870-D952-ACD49558D1A4}"/>
              </a:ext>
            </a:extLst>
          </p:cNvPr>
          <p:cNvSpPr>
            <a:spLocks noGrp="1"/>
          </p:cNvSpPr>
          <p:nvPr>
            <p:ph type="title"/>
          </p:nvPr>
        </p:nvSpPr>
        <p:spPr/>
        <p:txBody>
          <a:bodyPr/>
          <a:lstStyle/>
          <a:p>
            <a:r>
              <a:rPr lang="en-US" dirty="0"/>
              <a:t>Flow Field Tax</a:t>
            </a:r>
          </a:p>
        </p:txBody>
      </p:sp>
      <p:sp>
        <p:nvSpPr>
          <p:cNvPr id="3" name="Content Placeholder 2">
            <a:extLst>
              <a:ext uri="{FF2B5EF4-FFF2-40B4-BE49-F238E27FC236}">
                <a16:creationId xmlns:a16="http://schemas.microsoft.com/office/drawing/2014/main" id="{1271D7AA-EF74-0BEE-C600-229733DC0854}"/>
              </a:ext>
            </a:extLst>
          </p:cNvPr>
          <p:cNvSpPr>
            <a:spLocks noGrp="1"/>
          </p:cNvSpPr>
          <p:nvPr>
            <p:ph idx="1"/>
          </p:nvPr>
        </p:nvSpPr>
        <p:spPr/>
        <p:txBody>
          <a:bodyPr>
            <a:normAutofit fontScale="62500" lnSpcReduction="20000"/>
          </a:bodyPr>
          <a:lstStyle/>
          <a:p>
            <a:r>
              <a:rPr lang="en-US" sz="3200" dirty="0"/>
              <a:t>Flow Fields perform aggregation over a data set</a:t>
            </a:r>
          </a:p>
          <a:p>
            <a:pPr lvl="1"/>
            <a:r>
              <a:rPr lang="en-US" sz="2800" dirty="0"/>
              <a:t>Min, Max, Sum, Lookup…</a:t>
            </a:r>
          </a:p>
          <a:p>
            <a:pPr lvl="1"/>
            <a:endParaRPr lang="en-US" sz="2800" dirty="0"/>
          </a:p>
          <a:p>
            <a:r>
              <a:rPr lang="en-US" sz="3200" dirty="0"/>
              <a:t>Performs a large data query and should be properly indexed</a:t>
            </a:r>
          </a:p>
          <a:p>
            <a:endParaRPr lang="en-US" sz="3200" dirty="0"/>
          </a:p>
          <a:p>
            <a:r>
              <a:rPr lang="en-US" sz="3200" dirty="0"/>
              <a:t>SIFT Keys are important for Min/Max/Sum calculations</a:t>
            </a:r>
          </a:p>
          <a:p>
            <a:endParaRPr lang="en-US" sz="3200" dirty="0"/>
          </a:p>
          <a:p>
            <a:r>
              <a:rPr lang="en-US" sz="3200" dirty="0"/>
              <a:t>Can have a high impact when used on a List</a:t>
            </a:r>
          </a:p>
          <a:p>
            <a:endParaRPr lang="en-US" sz="3200" dirty="0"/>
          </a:p>
          <a:p>
            <a:r>
              <a:rPr lang="en-US" sz="3200" dirty="0"/>
              <a:t>Best on a limited list, card, or fact box</a:t>
            </a:r>
          </a:p>
          <a:p>
            <a:endParaRPr lang="en-US" dirty="0"/>
          </a:p>
        </p:txBody>
      </p:sp>
    </p:spTree>
    <p:extLst>
      <p:ext uri="{BB962C8B-B14F-4D97-AF65-F5344CB8AC3E}">
        <p14:creationId xmlns:p14="http://schemas.microsoft.com/office/powerpoint/2010/main" val="336415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5CCC-8297-C537-CB50-797AA991E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749F6-7043-023B-02CA-C951D53C10D9}"/>
              </a:ext>
            </a:extLst>
          </p:cNvPr>
          <p:cNvSpPr>
            <a:spLocks noGrp="1"/>
          </p:cNvSpPr>
          <p:nvPr>
            <p:ph type="title"/>
          </p:nvPr>
        </p:nvSpPr>
        <p:spPr/>
        <p:txBody>
          <a:bodyPr/>
          <a:lstStyle/>
          <a:p>
            <a:r>
              <a:rPr lang="en-US" dirty="0"/>
              <a:t>Inefficient </a:t>
            </a:r>
            <a:r>
              <a:rPr lang="en-US" dirty="0" err="1"/>
              <a:t>OnGetRecord</a:t>
            </a:r>
            <a:endParaRPr lang="en-US" dirty="0"/>
          </a:p>
        </p:txBody>
      </p:sp>
      <p:sp>
        <p:nvSpPr>
          <p:cNvPr id="3" name="Content Placeholder 2">
            <a:extLst>
              <a:ext uri="{FF2B5EF4-FFF2-40B4-BE49-F238E27FC236}">
                <a16:creationId xmlns:a16="http://schemas.microsoft.com/office/drawing/2014/main" id="{E9BE9CAF-21D5-0908-0E54-DDD6A8B216F0}"/>
              </a:ext>
            </a:extLst>
          </p:cNvPr>
          <p:cNvSpPr>
            <a:spLocks noGrp="1"/>
          </p:cNvSpPr>
          <p:nvPr>
            <p:ph idx="1"/>
          </p:nvPr>
        </p:nvSpPr>
        <p:spPr/>
        <p:txBody>
          <a:bodyPr>
            <a:normAutofit lnSpcReduction="10000"/>
          </a:bodyPr>
          <a:lstStyle/>
          <a:p>
            <a:r>
              <a:rPr lang="en-US" dirty="0"/>
              <a:t>Can be used to perform calculation not possible with a Flow Field</a:t>
            </a:r>
          </a:p>
          <a:p>
            <a:endParaRPr lang="en-US" dirty="0"/>
          </a:p>
          <a:p>
            <a:r>
              <a:rPr lang="en-US" dirty="0"/>
              <a:t>Could be even more costly than a Flow Field</a:t>
            </a:r>
          </a:p>
          <a:p>
            <a:endParaRPr lang="en-US" dirty="0"/>
          </a:p>
          <a:p>
            <a:r>
              <a:rPr lang="en-US" dirty="0"/>
              <a:t>Runs on Lists in the background, adding data costs</a:t>
            </a:r>
          </a:p>
          <a:p>
            <a:endParaRPr lang="en-US" dirty="0"/>
          </a:p>
          <a:p>
            <a:r>
              <a:rPr lang="en-US" dirty="0"/>
              <a:t>Use on Cards, sparingly on Lists</a:t>
            </a:r>
          </a:p>
          <a:p>
            <a:endParaRPr lang="en-US" dirty="0"/>
          </a:p>
        </p:txBody>
      </p:sp>
    </p:spTree>
    <p:extLst>
      <p:ext uri="{BB962C8B-B14F-4D97-AF65-F5344CB8AC3E}">
        <p14:creationId xmlns:p14="http://schemas.microsoft.com/office/powerpoint/2010/main" val="42257666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F791-6485-6134-6363-540AC7EDB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A7ABF-C390-359F-16FB-06466A6E988F}"/>
              </a:ext>
            </a:extLst>
          </p:cNvPr>
          <p:cNvSpPr>
            <a:spLocks noGrp="1"/>
          </p:cNvSpPr>
          <p:nvPr>
            <p:ph type="title"/>
          </p:nvPr>
        </p:nvSpPr>
        <p:spPr/>
        <p:txBody>
          <a:bodyPr/>
          <a:lstStyle/>
          <a:p>
            <a:r>
              <a:rPr lang="en-US" dirty="0"/>
              <a:t>Database Locked Tables</a:t>
            </a:r>
          </a:p>
        </p:txBody>
      </p:sp>
      <p:sp>
        <p:nvSpPr>
          <p:cNvPr id="3" name="Content Placeholder 2">
            <a:extLst>
              <a:ext uri="{FF2B5EF4-FFF2-40B4-BE49-F238E27FC236}">
                <a16:creationId xmlns:a16="http://schemas.microsoft.com/office/drawing/2014/main" id="{69E4AE10-9708-E1AD-6641-DC2ABFE2AD0D}"/>
              </a:ext>
            </a:extLst>
          </p:cNvPr>
          <p:cNvSpPr>
            <a:spLocks noGrp="1"/>
          </p:cNvSpPr>
          <p:nvPr>
            <p:ph idx="1"/>
          </p:nvPr>
        </p:nvSpPr>
        <p:spPr/>
        <p:txBody>
          <a:bodyPr>
            <a:normAutofit fontScale="85000" lnSpcReduction="20000"/>
          </a:bodyPr>
          <a:lstStyle/>
          <a:p>
            <a:r>
              <a:rPr lang="en-US" sz="3200" dirty="0"/>
              <a:t>Many processes in BC require exclusive access to a table.</a:t>
            </a:r>
          </a:p>
          <a:p>
            <a:endParaRPr lang="en-US" sz="3200" dirty="0"/>
          </a:p>
          <a:p>
            <a:r>
              <a:rPr lang="en-US" sz="3200" dirty="0"/>
              <a:t>These should be designed to complete quickly, but…</a:t>
            </a:r>
          </a:p>
          <a:p>
            <a:endParaRPr lang="en-US" sz="3200" dirty="0"/>
          </a:p>
          <a:p>
            <a:r>
              <a:rPr lang="en-US" sz="3200" dirty="0"/>
              <a:t>Poor indexing could drive these processes to take too long</a:t>
            </a:r>
          </a:p>
          <a:p>
            <a:pPr lvl="1"/>
            <a:r>
              <a:rPr lang="en-US" sz="2800" dirty="0"/>
              <a:t>Under indexing OR over indexing</a:t>
            </a:r>
          </a:p>
          <a:p>
            <a:pPr lvl="1"/>
            <a:endParaRPr lang="en-US" sz="2800" dirty="0"/>
          </a:p>
          <a:p>
            <a:r>
              <a:rPr lang="en-US" sz="3200" dirty="0"/>
              <a:t>Moving to scheduled jobs or delegated responsibility</a:t>
            </a:r>
          </a:p>
          <a:p>
            <a:endParaRPr lang="en-US" dirty="0"/>
          </a:p>
        </p:txBody>
      </p:sp>
    </p:spTree>
    <p:extLst>
      <p:ext uri="{BB962C8B-B14F-4D97-AF65-F5344CB8AC3E}">
        <p14:creationId xmlns:p14="http://schemas.microsoft.com/office/powerpoint/2010/main" val="30660035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C0912-1CE1-A8D8-F6F1-2E2C78980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30363-A048-B70F-ECCB-B1CEFBFB00A1}"/>
              </a:ext>
            </a:extLst>
          </p:cNvPr>
          <p:cNvSpPr>
            <a:spLocks noGrp="1"/>
          </p:cNvSpPr>
          <p:nvPr>
            <p:ph type="title"/>
          </p:nvPr>
        </p:nvSpPr>
        <p:spPr/>
        <p:txBody>
          <a:bodyPr/>
          <a:lstStyle/>
          <a:p>
            <a:r>
              <a:rPr lang="en-US" dirty="0"/>
              <a:t>Reporting APIs</a:t>
            </a:r>
          </a:p>
        </p:txBody>
      </p:sp>
      <p:sp>
        <p:nvSpPr>
          <p:cNvPr id="3" name="Content Placeholder 2">
            <a:extLst>
              <a:ext uri="{FF2B5EF4-FFF2-40B4-BE49-F238E27FC236}">
                <a16:creationId xmlns:a16="http://schemas.microsoft.com/office/drawing/2014/main" id="{3763285C-4004-C361-AE3F-F722A4D40CFF}"/>
              </a:ext>
            </a:extLst>
          </p:cNvPr>
          <p:cNvSpPr>
            <a:spLocks noGrp="1"/>
          </p:cNvSpPr>
          <p:nvPr>
            <p:ph idx="1"/>
          </p:nvPr>
        </p:nvSpPr>
        <p:spPr/>
        <p:txBody>
          <a:bodyPr/>
          <a:lstStyle/>
          <a:p>
            <a:r>
              <a:rPr lang="en-US" dirty="0"/>
              <a:t>A special designation in the design of an API</a:t>
            </a:r>
          </a:p>
          <a:p>
            <a:endParaRPr lang="en-US" dirty="0"/>
          </a:p>
          <a:p>
            <a:r>
              <a:rPr lang="en-US" dirty="0"/>
              <a:t>Uses a Read Only version of the tables to avoid locks</a:t>
            </a:r>
          </a:p>
          <a:p>
            <a:endParaRPr lang="en-US" dirty="0"/>
          </a:p>
          <a:p>
            <a:r>
              <a:rPr lang="en-US" dirty="0"/>
              <a:t>Not an option when exposing a Page as a Web Service</a:t>
            </a:r>
          </a:p>
          <a:p>
            <a:endParaRPr lang="en-US" dirty="0"/>
          </a:p>
        </p:txBody>
      </p:sp>
    </p:spTree>
    <p:extLst>
      <p:ext uri="{BB962C8B-B14F-4D97-AF65-F5344CB8AC3E}">
        <p14:creationId xmlns:p14="http://schemas.microsoft.com/office/powerpoint/2010/main" val="42446633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74AA-EECF-5CD4-B23A-1233C0316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7A9EE-64A2-DBA2-89B4-C2B958D08EAB}"/>
              </a:ext>
            </a:extLst>
          </p:cNvPr>
          <p:cNvSpPr>
            <a:spLocks noGrp="1"/>
          </p:cNvSpPr>
          <p:nvPr>
            <p:ph type="title"/>
          </p:nvPr>
        </p:nvSpPr>
        <p:spPr/>
        <p:txBody>
          <a:bodyPr/>
          <a:lstStyle/>
          <a:p>
            <a:r>
              <a:rPr lang="en-US" dirty="0"/>
              <a:t>Auto Tuning</a:t>
            </a:r>
          </a:p>
        </p:txBody>
      </p:sp>
      <p:sp>
        <p:nvSpPr>
          <p:cNvPr id="3" name="Content Placeholder 2">
            <a:extLst>
              <a:ext uri="{FF2B5EF4-FFF2-40B4-BE49-F238E27FC236}">
                <a16:creationId xmlns:a16="http://schemas.microsoft.com/office/drawing/2014/main" id="{8ED09B23-378F-8977-11CC-C757CAF627C9}"/>
              </a:ext>
            </a:extLst>
          </p:cNvPr>
          <p:cNvSpPr>
            <a:spLocks noGrp="1"/>
          </p:cNvSpPr>
          <p:nvPr>
            <p:ph idx="1"/>
          </p:nvPr>
        </p:nvSpPr>
        <p:spPr/>
        <p:txBody>
          <a:bodyPr/>
          <a:lstStyle/>
          <a:p>
            <a:r>
              <a:rPr lang="en-US" dirty="0"/>
              <a:t>Use the system!</a:t>
            </a:r>
          </a:p>
          <a:p>
            <a:endParaRPr lang="en-US" dirty="0"/>
          </a:p>
          <a:p>
            <a:r>
              <a:rPr lang="en-US" dirty="0"/>
              <a:t>Microsoft adjusts server resource allocations based on usage</a:t>
            </a:r>
          </a:p>
          <a:p>
            <a:endParaRPr lang="en-US" dirty="0"/>
          </a:p>
          <a:p>
            <a:r>
              <a:rPr lang="en-US" dirty="0"/>
              <a:t>Don’t back off due to slowness during go-live</a:t>
            </a:r>
          </a:p>
          <a:p>
            <a:endParaRPr lang="en-US" dirty="0"/>
          </a:p>
        </p:txBody>
      </p:sp>
    </p:spTree>
    <p:extLst>
      <p:ext uri="{BB962C8B-B14F-4D97-AF65-F5344CB8AC3E}">
        <p14:creationId xmlns:p14="http://schemas.microsoft.com/office/powerpoint/2010/main" val="32485129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D192-8FCB-5625-A373-AFDE66519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F1E6F-DDBD-798C-E57F-988C8C4438EF}"/>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903F0A44-CA1F-C7F9-8B76-94AB7249B7E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097021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D5EE5-E699-4AF2-DA31-E439FDCCD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B332C-6607-448C-6A70-60E8807AB8AB}"/>
              </a:ext>
            </a:extLst>
          </p:cNvPr>
          <p:cNvSpPr>
            <a:spLocks noGrp="1"/>
          </p:cNvSpPr>
          <p:nvPr>
            <p:ph type="title"/>
          </p:nvPr>
        </p:nvSpPr>
        <p:spPr/>
        <p:txBody>
          <a:bodyPr/>
          <a:lstStyle/>
          <a:p>
            <a:r>
              <a:rPr lang="en-US" dirty="0"/>
              <a:t>Walkthrough Blog Posts</a:t>
            </a:r>
          </a:p>
        </p:txBody>
      </p:sp>
      <p:sp>
        <p:nvSpPr>
          <p:cNvPr id="3" name="Content Placeholder 2">
            <a:extLst>
              <a:ext uri="{FF2B5EF4-FFF2-40B4-BE49-F238E27FC236}">
                <a16:creationId xmlns:a16="http://schemas.microsoft.com/office/drawing/2014/main" id="{A370881F-D14D-27C4-1E13-148FDDE6B7AD}"/>
              </a:ext>
            </a:extLst>
          </p:cNvPr>
          <p:cNvSpPr>
            <a:spLocks noGrp="1"/>
          </p:cNvSpPr>
          <p:nvPr>
            <p:ph idx="1"/>
          </p:nvPr>
        </p:nvSpPr>
        <p:spPr/>
        <p:txBody>
          <a:bodyPr>
            <a:normAutofit fontScale="92500" lnSpcReduction="10000"/>
          </a:bodyPr>
          <a:lstStyle/>
          <a:p>
            <a:r>
              <a:rPr lang="en-US" dirty="0"/>
              <a:t>Performance Profiler</a:t>
            </a:r>
          </a:p>
          <a:p>
            <a:pPr lvl="1"/>
            <a:r>
              <a:rPr lang="en-US" dirty="0">
                <a:hlinkClick r:id="rId2"/>
              </a:rPr>
              <a:t>https://aardvarklabs.blog/2024/10/11/monitor-business-central-performance-with-performance-profiling/</a:t>
            </a:r>
            <a:endParaRPr lang="en-US" dirty="0"/>
          </a:p>
          <a:p>
            <a:r>
              <a:rPr lang="en-US" dirty="0"/>
              <a:t>VS Code Snapshot</a:t>
            </a:r>
          </a:p>
          <a:p>
            <a:pPr lvl="1"/>
            <a:r>
              <a:rPr lang="en-US" dirty="0">
                <a:hlinkClick r:id="rId3"/>
              </a:rPr>
              <a:t>https://aardvarklabs.blog/2024/10/25/development-of-responsive-al-code-with-the-al-performance-tools/</a:t>
            </a:r>
            <a:endParaRPr lang="en-US" dirty="0"/>
          </a:p>
          <a:p>
            <a:r>
              <a:rPr lang="en-US" dirty="0"/>
              <a:t>Application Insights</a:t>
            </a:r>
          </a:p>
          <a:p>
            <a:pPr lvl="1"/>
            <a:r>
              <a:rPr lang="en-US" dirty="0">
                <a:hlinkClick r:id="rId4"/>
              </a:rPr>
              <a:t>https://aardvarklabs.blog/2024/10/04/monitor-business-central-performance-with-application-insights/</a:t>
            </a:r>
            <a:endParaRPr lang="en-US" dirty="0"/>
          </a:p>
          <a:p>
            <a:pPr lvl="1"/>
            <a:endParaRPr lang="en-US" dirty="0"/>
          </a:p>
          <a:p>
            <a:endParaRPr lang="en-US" dirty="0"/>
          </a:p>
        </p:txBody>
      </p:sp>
    </p:spTree>
    <p:extLst>
      <p:ext uri="{BB962C8B-B14F-4D97-AF65-F5344CB8AC3E}">
        <p14:creationId xmlns:p14="http://schemas.microsoft.com/office/powerpoint/2010/main" val="1764263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4DA3-54D1-E84F-2A0F-2FE5DDDD0D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077586C-B735-87C1-F47A-ED2C5C333A70}"/>
              </a:ext>
            </a:extLst>
          </p:cNvPr>
          <p:cNvSpPr>
            <a:spLocks noGrp="1"/>
          </p:cNvSpPr>
          <p:nvPr>
            <p:ph type="subTitle" idx="1"/>
          </p:nvPr>
        </p:nvSpPr>
        <p:spPr/>
        <p:txBody>
          <a:bodyPr/>
          <a:lstStyle/>
          <a:p>
            <a:r>
              <a:rPr lang="en-US" dirty="0"/>
              <a:t>Please be sure to fill out your session survey on the Directions Mobile App!</a:t>
            </a:r>
          </a:p>
        </p:txBody>
      </p:sp>
    </p:spTree>
    <p:extLst>
      <p:ext uri="{BB962C8B-B14F-4D97-AF65-F5344CB8AC3E}">
        <p14:creationId xmlns:p14="http://schemas.microsoft.com/office/powerpoint/2010/main" val="171686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rections-North-America-2026-PPT-Template" id="{D9CA9518-67DF-D249-B980-FC7A198A0807}" vid="{5961F046-5C07-0745-85BF-6AC5A52D4E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Business Central Telemetry Tools and Performance Management</Template>
  <TotalTime>1833</TotalTime>
  <Words>1189</Words>
  <Application>Microsoft Office PowerPoint</Application>
  <PresentationFormat>Widescreen</PresentationFormat>
  <Paragraphs>202</Paragraphs>
  <Slides>68</Slides>
  <Notes>13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Aptos</vt:lpstr>
      <vt:lpstr>Arial</vt:lpstr>
      <vt:lpstr>Open Sans Light</vt:lpstr>
      <vt:lpstr>Open Sans Semibold</vt:lpstr>
      <vt:lpstr>Segoe UI</vt:lpstr>
      <vt:lpstr>Office Theme</vt:lpstr>
      <vt:lpstr>Business Central Telemetry</vt:lpstr>
      <vt:lpstr>Your Speaker</vt:lpstr>
      <vt:lpstr>Session Goals</vt:lpstr>
      <vt:lpstr>Session Agenda</vt:lpstr>
      <vt:lpstr>PowerPoint Presentation</vt:lpstr>
      <vt:lpstr>Tool 1 Performance Profiler</vt:lpstr>
      <vt:lpstr>Business Central Performance Profiler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Sneaky Issues</vt:lpstr>
      <vt:lpstr>Tool 2 VS Code Snapshot</vt:lpstr>
      <vt:lpstr>Visual Studio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 3 Application Insights</vt:lpstr>
      <vt:lpstr>Application Insights</vt:lpstr>
      <vt:lpstr>Step 1: Application Insights</vt:lpstr>
      <vt:lpstr>PowerPoint Presentation</vt:lpstr>
      <vt:lpstr>PowerPoint Presentation</vt:lpstr>
      <vt:lpstr>PowerPoint Presentation</vt:lpstr>
      <vt:lpstr>PowerPoint Presentation</vt:lpstr>
      <vt:lpstr>Finalize Application Insights</vt:lpstr>
      <vt:lpstr>PowerPoint Presentation</vt:lpstr>
      <vt:lpstr>PowerPoint Presentation</vt:lpstr>
      <vt:lpstr>Configure BC</vt:lpstr>
      <vt:lpstr>PowerPoint Presentation</vt:lpstr>
      <vt:lpstr>Tracked Metrics</vt:lpstr>
      <vt:lpstr>The Kusto Query aka KQL</vt:lpstr>
      <vt:lpstr>PowerPoint Presentation</vt:lpstr>
      <vt:lpstr>Analyze and monitor telemetry with KQL</vt:lpstr>
      <vt:lpstr>Tool 4 Power BI Dashboard</vt:lpstr>
      <vt:lpstr>Power BI Reporting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Report Load Performance</vt:lpstr>
      <vt:lpstr>Web Service Performance</vt:lpstr>
      <vt:lpstr>BC Object Performance</vt:lpstr>
      <vt:lpstr>SQL Performance</vt:lpstr>
      <vt:lpstr>Common Issues</vt:lpstr>
      <vt:lpstr>Network Analysis</vt:lpstr>
      <vt:lpstr>Slow Data Retrieval</vt:lpstr>
      <vt:lpstr>Database Missing Index</vt:lpstr>
      <vt:lpstr>Adding Indexes to Business  Central</vt:lpstr>
      <vt:lpstr>Flow Field Tax</vt:lpstr>
      <vt:lpstr>Inefficient OnGetRecord</vt:lpstr>
      <vt:lpstr>Database Locked Tables</vt:lpstr>
      <vt:lpstr>Reporting APIs</vt:lpstr>
      <vt:lpstr>Auto Tuning</vt:lpstr>
      <vt:lpstr>Questions?</vt:lpstr>
      <vt:lpstr>Walkthrough Blog Posts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Chabot</dc:creator>
  <cp:lastModifiedBy>Marc Chabot</cp:lastModifiedBy>
  <cp:revision>1</cp:revision>
  <dcterms:created xsi:type="dcterms:W3CDTF">2026-04-11T01:35:14Z</dcterms:created>
  <dcterms:modified xsi:type="dcterms:W3CDTF">2026-04-13T19:56:11Z</dcterms:modified>
</cp:coreProperties>
</file>